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9144000" cy="86868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5989320"/>
            <a:ext cx="9144000" cy="0"/>
          </a:xfrm>
          <a:prstGeom prst="line">
            <a:avLst/>
          </a:prstGeom>
          <a:ln w="17780">
            <a:solidFill>
              <a:srgbClr val="C97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0" cy="18288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0080" cy="1828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1691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1691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DUISBURG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ESSEN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21031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325880"/>
            <a:ext cx="49377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C97B2D"/>
                </a:solidFill>
                <a:latin typeface="Calibri"/>
              </a:rPr>
              <a:t>MASTER'S THESIS · ON-DEVICE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783080"/>
            <a:ext cx="493776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Fully Quantized Training</a:t>
            </a:r>
          </a:p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meets RigL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154680"/>
            <a:ext cx="640080" cy="4572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3291840"/>
            <a:ext cx="49377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Sparse-from-scratch int8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11880"/>
            <a:ext cx="49377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on a Cortex-M7 microcontroller for closed-set speaker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160520"/>
            <a:ext cx="15544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4270248"/>
            <a:ext cx="155448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int8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29200"/>
            <a:ext cx="1554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forward · backward · update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160520"/>
            <a:ext cx="15544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70248"/>
            <a:ext cx="155448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80-90%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029200"/>
            <a:ext cx="1554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weight sparsity (RigL)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160520"/>
            <a:ext cx="1645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270248"/>
            <a:ext cx="164592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320 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029200"/>
            <a:ext cx="164592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SRAM budget · F746ZG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Master Thesis Proposal · Mohamed Elshorbagy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Target hardware: STM32 Nucleo-F746ZG  ·  Application: LibriSpeech speaker identification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126480"/>
            <a:ext cx="19202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100" b="1" i="0">
                <a:solidFill>
                  <a:srgbClr val="C97B2D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Agenda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184708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178308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Why on-device training is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029967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Memory, compute, and storage limits on Cortex-M class hardware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35000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28600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FQT — Fully Quantized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53288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Deutel et al. 2024 — int8 forward, backward &amp; update with partial gradients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852927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52927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278892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RigL — sparse-from-scratch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03580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Evci et al. 2020 — prune-and-grow dynamic mask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35584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35584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29184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Why combine FQT and RigL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53872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Each technique fixes a different bottleneck — together they target memory AND compute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79" y="184708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18470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799" y="178308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Combined algorithm — FQT + RigL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799" y="2029967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Per-iteration int8 sparse forward/backward with periodic mask refresh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79" y="235000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79" y="235000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799" y="228600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System view on the F746ZG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799" y="253288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Memory map, per-tensor formats, and what lives in SRAM vs. Flash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79" y="2852927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79" y="2852927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799" y="278892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799" y="303580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PyTorch reference — quantized layers, mask manager, 4-condition eval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79" y="335584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79" y="335584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799" y="329184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C implementation &amp; 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799" y="353872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5C6975"/>
                </a:solidFill>
                <a:latin typeface="Calibri"/>
              </a:rPr>
              <a:t>CMSIS-NN forward, hand-written backward, partial update, RigL on the MCU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Why on-device training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Four reasons that motivate moving training out of the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3977639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20299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029968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75688"/>
            <a:ext cx="3017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Privacy &amp; data locality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651760"/>
            <a:ext cx="34747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Raw audio, biometrics and health data never leave the device. Eliminates the cloud-transit attack surface and simplifies compliance with GDPR-style data-residency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828800"/>
            <a:ext cx="3977639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10328" y="20299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2029968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075688"/>
            <a:ext cx="3017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Personalization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651760"/>
            <a:ext cx="34747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A model adapted to the user's voice, accent or environment outperforms a one-size-fits-all server model. Real-time feedback (incorrectly transcribed names, noisy rooms) becomes training data the device can act on immediately.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3977639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133087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133087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178808"/>
            <a:ext cx="3017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Connectivity independence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34747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Useful for IoT nodes with intermittent or no network access. The device keeps adapting even when offline — no cold-boot regression after a long disconnect.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931920"/>
            <a:ext cx="3977639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10328" y="4133087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4133087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178808"/>
            <a:ext cx="3017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Energy &amp; bandwidth savings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754880"/>
            <a:ext cx="34747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Avoids transmitting large feature streams over wireless links. The radio is often the most expensive component to operate; shipping a gradient locally costs essentially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Why on-device training is hard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Three constraints that defeat naïve, cloud-style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20299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029968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75688"/>
            <a:ext cx="47091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651760"/>
            <a:ext cx="5166360" cy="3200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The F746ZG has only 320 KB of SRAM. A single FP32 activation tensor for a modest CNN can exceed half that budget. Backpropagation requires keeping forward activations alive until the backward pass — this is the dominant cost, not the weights themselves.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44728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47288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93008"/>
            <a:ext cx="47091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Compute &amp; 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69080"/>
            <a:ext cx="5166360" cy="3200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No GPU. ~216 MHz scalar FPU with only DSP-extension SIMD. Training is FLOP-bound, and the FP32 backward pass is roughly 3× the cost of the forward. On a battery-powered edge device, long training sessions are thermally and energetically infeasible.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864607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864607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10327"/>
            <a:ext cx="47091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Storage &amp; transfer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5166360" cy="3200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Only 1 MB of Flash. Weights for a useful model can saturate Flash before training even begins. Updating weights also implies either Flash wear-levelling or keeping the trained copy resident in SRAM between sessions.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8288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938528"/>
            <a:ext cx="233172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320 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697480"/>
            <a:ext cx="23317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SRAM total budget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461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55848"/>
            <a:ext cx="233172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1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114800"/>
            <a:ext cx="23317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Flash for weights + code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66344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73168"/>
            <a:ext cx="233172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216 MHz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32120"/>
            <a:ext cx="23317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Cortex-M7 · FPU, no SIMD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FQT — Fully Quantized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Deutel et al., 2024 — On-Device Training of Fully Quantized DNNs on Cortex-M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103120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10312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90195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End-to-end int8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21284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Forward, backward AND weight-update arithmetic all execute in 8-bit integer. No FP16 fallback for gradients — the entire training graph lives in int8.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2608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200400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0040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99923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Per-tensor scales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31012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Each tensor (weight, activation, gradient) carries a scalar fp scale s. Operations rescale to a common scale, then run integer GEMM. Calibration uses a running max with an EMA so scales track distribution shift.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297680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09651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Dynamic partial gradient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0740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Instead of updating every weight every step, FQT updates a top-κ subset ranked by gradient magnitude. This sharply reduces backward write traffic and dominates the latency win on M-class cores.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394959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394959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Reported gains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0468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≈ 35 % memory and ≈ 49 % latency reduction versus FP32 training on Cortex-M0+ / M4 / M7 baselines, with negligible accuracy regression on the benchmarks Deutel et al. report.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1828800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Quantization &amp; quantized arithmetic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21408"/>
            <a:ext cx="4023360" cy="109728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194560"/>
            <a:ext cx="3840480" cy="9509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# Symmetric per-tensor int8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q  = clip(round(x / s), -127, 127)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x' = q *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291840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Quantized GEMM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584448"/>
            <a:ext cx="4023360" cy="960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657600"/>
            <a:ext cx="3840480" cy="813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Y_int32 = X_int8 @ W_int8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Y_fp    = (s_x * s_w) * Y_int32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Y_int8  = round(Y_fp / s_y)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617720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Backward + SGD update (in-place int8)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4910328"/>
            <a:ext cx="4023360" cy="14173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983480"/>
            <a:ext cx="3840480" cy="12710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dX_int8 = quant(dY @ W.T)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dW_int8 = quant(X.T @ dY)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W       = clip(W - quant(eta * dW))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FQT — full per-iteration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Forward + int8 backward + dynamic partial weight update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8229600" cy="37033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84832"/>
            <a:ext cx="8046720" cy="3557015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9FB7E0"/>
                </a:solidFill>
                <a:latin typeface="Consolas"/>
              </a:rPr>
              <a:t>Inputs : minibatch (X, y), int8 weights {W_l}, scales {s_w_l, s_a_l, s_g_l},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9FB7E0"/>
                </a:solidFill>
                <a:latin typeface="Consolas"/>
              </a:rPr>
              <a:t>         learning rate eta, top-k fraction kappa, layers l = 1..L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9FB7E0"/>
                </a:solidFill>
                <a:latin typeface="Consolas"/>
              </a:rPr>
              <a:t>Output : updated weights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---------------------------------------------------------------------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1.  Quantize input batch:    X_hat &lt;- Q(X, s_a_0)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2.  for l = 1..L                    // Forward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3.      A_l &lt;- Q( phi( DEQ(X_hat_{l-1}) @ DEQ(W_l) + b_l ), s_a_l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4.      cache(A_l)                  // needed for backward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5.  y_hat &lt;- softmax(A_L)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6.  L  &lt;- CE(y_hat, y);   dA_L &lt;- Q( dL/dA_L , s_g_L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7.  for l = L..1                    // Backward, all in int8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8.      dW_l    &lt;- Q( A_{l-1}.T @ dA_l , s_g_l )      // weight grad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9.      dA_{l-1}&lt;- Q( dA_l @ W_l.T   , s_g_{l-1} )   // input grad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10.  for l = 1..L                    // Dynamic partial gradient update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C97B2D"/>
                </a:solidFill>
                <a:latin typeface="Consolas"/>
              </a:rPr>
              <a:t>11.      I_l &lt;- TopK( |dW_l| , k = kappa * |W_l| )    // indices to update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C97B2D"/>
                </a:solidFill>
                <a:latin typeface="Consolas"/>
              </a:rPr>
              <a:t>12.      W_l[I_l] &lt;- clip( W_l[I_l] - Q(eta * dW_l[I_l]) , -127, 127 )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13.  Refresh activation scales s_a_l using running max (every N steps)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F4E9C9"/>
          </a:solidFill>
          <a:ln w="1270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97880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F2933"/>
                </a:solidFill>
                <a:latin typeface="Calibri"/>
              </a:rPr>
              <a:t>Key trick (line 11):  </a:t>
            </a:r>
            <a:r>
              <a:rPr sz="1100" b="0" i="0">
                <a:solidFill>
                  <a:srgbClr val="1F2933"/>
                </a:solidFill>
                <a:latin typeface="Calibri"/>
              </a:rPr>
              <a:t>Top-k by gradient magnitude makes the backward pass O(kappa·|W|) writes instead of O(|W|) — this delivers Deutel's headline ~49% latency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FQT — line-by-line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each block of the FQT iteration does, in plain language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Quantize the input (line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Each sample enters as fp32 audio features. We multiply by 1/s_a_0 and round to int8 once, so every downstream MAC is integer. After this line, no fp32 tensor crosses a layer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Quantized forward (lines 2–5)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For each layer: dequantize on the fly, run MAC + bias + activation, then re-quantize the output with the layer's s_a_l. Activations are cached because the backward pass needs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Loss &amp; top gradient (line 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Softmax + cross-entropy at the final layer. The gradient dL/dA_L is quantized with s_g_L so the entire backward graph stays in int8.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Backward in int8 (lines 7–9)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Hand-coded GEMMs: dW = A.T @ dA gives the weight gradient; dA = dA_next @ W.T propagates the gradient to the previous layer. Both outputs are re-quantized to int8 immediately.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Top-κ partial update (lines 10–12)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Sort |dW_l| and keep only the κ·|W_l| largest. Update those weights in place, leave the rest unchanged. The trick — backward writes drop from O(|W|) to O(κ·|W|).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Refresh scales (line 13)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Activation scales s_a_l drift as the distribution shifts. Every N steps we update s_a_l from the running max; weight scales s_w_l can be left fixed for the whole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RigL — Rigging the Lottery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Evci et al., 2020 — sparse-from-scratch dynamic mask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103120"/>
            <a:ext cx="320040" cy="32004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10312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90195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Sparse from scratch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21284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No dense pre-training. A binary mask M is initialised at the target sparsity (Erdős–Rényi-Kernel distribution per layer) and refined during training. Inference cost is the sparse cost from step 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2608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200400"/>
            <a:ext cx="320040" cy="32004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0040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99923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Prune-then-grow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31012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Every ΔT steps: drop a fraction f(t) of the smallest-magnitude active weights, then activate the same number of currently-masked weights with the largest gradient magnitudes. |drop| = |grow|, so sparsity is preserved exactly.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297680"/>
            <a:ext cx="320040" cy="32004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09651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Cosine drop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0740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f(t) = (α/2)(1 + cos(π t / T_end)). Aggressive churn early, decaying to zero so the topology stabilises before final training. After T_end the mask is frozen and conventional sparse training continues.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4297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394959"/>
            <a:ext cx="320040" cy="32004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394959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3657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Why it wins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04688"/>
            <a:ext cx="36576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Magnitude tells you what to drop; the dense gradient tells you what would help if added. RigL matches dense accuracy at 80–90 % sparsity on ImageNet — a regime where naïve magnitude pruning collapses.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182880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Topology update at step 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39512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04104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68696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33288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4920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39512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04104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68696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33288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74920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39512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04104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68696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33288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74920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39512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04104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8696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33288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74920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39512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04104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568696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33288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55080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19672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84264" y="2194560"/>
            <a:ext cx="146304" cy="146304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48856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13448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55080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19672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84264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48856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13448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5080" y="2523744"/>
            <a:ext cx="146304" cy="146304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19672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84264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48856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3448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5080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19672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84264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48856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13448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55080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519672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684264" y="2852928"/>
            <a:ext cx="146304" cy="146304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48856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13448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5240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99831" y="2194560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64423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29016" y="2194560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93608" y="2194560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635240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99831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964423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129016" y="2359152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93608" y="2359152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635240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799831" y="2523744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964423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129016" y="2523744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93608" y="2523744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635240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799831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64423" y="2688336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29016" y="2688336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293608" y="2688336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635240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799831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64423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129016" y="2852928"/>
            <a:ext cx="146304" cy="14630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93608" y="2852928"/>
            <a:ext cx="146304" cy="14630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29200" y="3154680"/>
            <a:ext cx="12344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M_t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9360" y="3154680"/>
            <a:ext cx="12344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 i="0">
                <a:solidFill>
                  <a:srgbClr val="B23B3B"/>
                </a:solidFill>
                <a:latin typeface="Calibri"/>
              </a:rPr>
              <a:t>drop smallest |W|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589520" y="3154680"/>
            <a:ext cx="12344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 i="0">
                <a:solidFill>
                  <a:srgbClr val="1F7A4D"/>
                </a:solidFill>
                <a:latin typeface="Calibri"/>
              </a:rPr>
              <a:t>grow largest |g|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0" y="347472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Legend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29200" y="3749039"/>
            <a:ext cx="164592" cy="164592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57800" y="3721608"/>
            <a:ext cx="1280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active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0" y="3950208"/>
            <a:ext cx="164592" cy="164592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57800" y="3931920"/>
            <a:ext cx="1280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masked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583680" y="3749039"/>
            <a:ext cx="164592" cy="164592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12280" y="3721608"/>
            <a:ext cx="1280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dropped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83680" y="3950208"/>
            <a:ext cx="164592" cy="16459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12280" y="3931920"/>
            <a:ext cx="1371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newly grown (W=0)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0" y="4389120"/>
            <a:ext cx="3840480" cy="132588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66360" y="4480560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Drop-fraction schedule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66360" y="4773168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onsolas"/>
              </a:rPr>
              <a:t>f(t) = (α/2) · (1 + cos(π · t / T_end))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66360" y="5074920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5C6975"/>
                </a:solidFill>
                <a:latin typeface="Consolas"/>
              </a:rPr>
              <a:t>update mask every ΔT steps,  t &lt; T_end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66360" y="5349240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5C6975"/>
                </a:solidFill>
                <a:latin typeface="Consolas"/>
              </a:rPr>
              <a:t>freeze topology after T_end and finish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RigL — full per-iteration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Sparse forward &amp; sparse update, with a dense gradient only at mask-refresh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8229600" cy="37033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84832"/>
            <a:ext cx="8046720" cy="3557015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9FB7E0"/>
                </a:solidFill>
                <a:latin typeface="Consolas"/>
              </a:rPr>
              <a:t>Inputs : weights W, target sparsity s, drop-rate alpha, end step T_end,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9FB7E0"/>
                </a:solidFill>
                <a:latin typeface="Consolas"/>
              </a:rPr>
              <a:t>         mask-update interval dT, training loader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---------------------------------------------------------------------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1.  Init mask M with sparsity s  (Erdos-Renyi-Kernel per-layer dist.)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2.  W &lt;- W * M                       // zero pruned slots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3.  for t = 1..T_train: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4.       sample minibatch (X, 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5.       W_eff &lt;- W * M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6.       L     &lt;- Loss( f(X ; W_eff) , y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C97B2D"/>
                </a:solidFill>
                <a:latin typeface="Consolas"/>
              </a:rPr>
              <a:t> 7.       g     &lt;- dL/dW                // dense gradient (full!)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8.       W     &lt;- W - eta * (g * M)    // update only active weights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 9.       if t mod dT == 0 and t &lt; T_end: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10.            f_t   &lt;- (alpha/2) * (1 + cos(pi * t / T_end))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11.            for each layer l: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12.                k        &lt;- f_t * |active_l|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13.                I_drop   &lt;- TopK_smallest( |W_l[M_l=1]|  , k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14.                I_grow   &lt;- TopK_largest ( |g_l[M_l=0]|  , k 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9EE"/>
                </a:solidFill>
                <a:latin typeface="Consolas"/>
              </a:rPr>
              <a:t>15.                M_l[I_drop] &lt;- 0;  M_l[I_grow] &lt;- 1;  W_l[I_grow] &lt;- 0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F4E9C9"/>
          </a:solidFill>
          <a:ln w="1270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97880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F2933"/>
                </a:solidFill>
                <a:latin typeface="Calibri"/>
              </a:rPr>
              <a:t>Note line 7:  </a:t>
            </a:r>
            <a:r>
              <a:rPr sz="1100" b="0" i="0">
                <a:solidFill>
                  <a:srgbClr val="1F2933"/>
                </a:solidFill>
                <a:latin typeface="Calibri"/>
              </a:rPr>
              <a:t>RigL needs the DENSE gradient at mask-update steps (to score inactive weights) — this is the expensive moment we must reconcile with FQT on the MCU.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 —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RigL — line-by-line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The five logical phases of one RigL iteration, explained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ER-K mask init (lines 1–2)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Each layer gets its target density via an Erdős–Rényi-Kernel distribution — bigger layers stay denser, smaller layers go sparser. W is masked once at t=0 so pruned slots start at exactly zero.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Normal sparse SGD (lines 3–8)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Same as a standard training step, but with two extras: the forward uses W*M, and the gradient applied to W is multiplied by M so inactive weights stay at zero.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Mask-refresh trigger (line 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Every ΔT steps, and only while t &lt; T_end, the topology is allowed to change. After T_end the mask is frozen so the optimizer can converge on a fixed topology.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Cosine drop schedule (line 10)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f(t) starts at α (e.g. 0.3 = 30% of active weights drop) and decays smoothly to zero by T_end. Aggressive churn early; gentle later when the topology is stabilising.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Drop smallest |W| (lines 11–13)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For each layer, identify the k smallest-magnitude active weights — these are the ones already contributing the least, so dropping them costs almost nothing.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Grow largest |g| (lines 14–15)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From the currently-masked weights, pick the k with the largest dense gradient — these are the slots that would help most if added. Set mask=1 and weight=0 so they enter the network cleanly.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 +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Why combine FQT and RigL?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Each technique fixes a different bottleneck — together they target memory AND compute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40233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0240"/>
            <a:ext cx="374903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 i="0">
                <a:solidFill>
                  <a:srgbClr val="1B3F8B"/>
                </a:solidFill>
                <a:latin typeface="Calibri"/>
              </a:rPr>
              <a:t>FQT alone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3172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F7A4D"/>
                </a:solidFill>
                <a:latin typeface="Calibri"/>
              </a:rPr>
              <a:t>✓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31343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Makes int8 the entire pipeline (forward, backward, update). Cuts memory and latency together.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F7A4D"/>
                </a:solidFill>
                <a:latin typeface="Calibri"/>
              </a:rPr>
              <a:t>✓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9067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Dynamic partial-gradient gives a one-shot ~49% latency cut without changing the model topology.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B23B3B"/>
                </a:solidFill>
                <a:latin typeface="Calibri"/>
              </a:rPr>
              <a:t>✗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6791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Still trains every weight in the dense topology — model size is bounded by what fits in Flash, not by what is useful.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828800"/>
            <a:ext cx="40233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920240"/>
            <a:ext cx="374903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 i="0">
                <a:solidFill>
                  <a:srgbClr val="1F7A4D"/>
                </a:solidFill>
                <a:latin typeface="Calibri"/>
              </a:rPr>
              <a:t>RigL alone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F7A4D"/>
                </a:solidFill>
                <a:latin typeface="Calibri"/>
              </a:rPr>
              <a:t>✓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31343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Trains 80–90% fewer weights from scratch with little or no accuracy loss versus the dense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F7A4D"/>
                </a:solidFill>
                <a:latin typeface="Calibri"/>
              </a:rPr>
              <a:t>✓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09067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Inference cost is the sparse cost from step 0 — no dense pre-training, no expensive 'lottery ticket' search.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886200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B23B3B"/>
                </a:solidFill>
                <a:latin typeface="Calibri"/>
              </a:rPr>
              <a:t>✗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867912"/>
            <a:ext cx="3474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Demonstrated only in FP32 and assumes a dense gradient is cheap. The required dense backward at mask-update steps is a hard fit on 320 KB SRAM.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4E9C9"/>
          </a:solidFill>
          <a:ln w="1524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37760"/>
            <a:ext cx="795527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C97B2D"/>
                </a:solidFill>
                <a:latin typeface="Calibri"/>
              </a:rPr>
              <a:t>Combined: int8 backward over a sparse, evolving mask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79552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FQT shrinks every operation; RigL shrinks the operand. Together they target memory AND compute. The novel research question is whether the gradient signal RigL needs to grow weights survives int8 quantization — i.e. whether |g|-rankings under FQT still pick useful connections, and whether the dense backward at mask-refresh steps can be made affordable on a Cortex-M7.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 +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Combined algorithm — FQT + RigL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runs on the MCU at every iteration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822960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804672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Inputs : int8 weights W, mask M (target sparsity s), scales {s_w, s_a, s_g},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         eta, drop-rate alpha, T_end, dT, top-k kappa for FQT partial update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---------------------------------------------------------------------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1. for t = 1..T_train: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2.     X_hat &lt;- Q(X, s_a_0)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 3.     // ---- Sparse-quantized forward ------------------------------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4.     for l = 1..L:  A_l &lt;- Q( phi( DEQ(A_{l-1}) @ DEQ(W_l * M_l) ), s_a_l 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5.     L_t &lt;- CE(softmax(A_L), y);   dA_L &lt;- Q(dL/dA_L, s_g_L)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 6.     // ---- Sparse-quantized backward -----------------------------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7.     for l = L..1: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8.         dW_l    &lt;- Q( A_{l-1}.T @ dA_l , s_g_l )    // sparse-stored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9.         dA_{l-1}&lt;- Q( dA_l @ (W_l * M_l).T , s_g_{l-1} 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10.     // ---- FQT dynamic partial update over the active set --------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C97B2D"/>
                </a:solidFill>
                <a:latin typeface="Consolas"/>
              </a:rPr>
              <a:t>11.     for l: I_l &lt;- TopK_largest(|dW_l[M_l=1]|, kappa * |active_l|)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C97B2D"/>
                </a:solidFill>
                <a:latin typeface="Consolas"/>
              </a:rPr>
              <a:t>12.            W_l[I_l] &lt;- clip(W_l[I_l] - Q(eta * dW_l[I_l]))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9FB7E0"/>
                </a:solidFill>
                <a:latin typeface="Consolas"/>
              </a:rPr>
              <a:t>13.     // ---- RigL mask update (every dT, t &lt; T_end) ----------------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14.     if t mod dT == 0 and t &lt; T_end: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C97B2D"/>
                </a:solidFill>
                <a:latin typeface="Consolas"/>
              </a:rPr>
              <a:t>15.        compute g_dense_int8 (one-shot int8 backward, no mask)   *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16.        f_t      &lt;- (alpha/2)(1 + cos(pi * t / T_end))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17.        I_drop   &lt;- TopK_smallest(|W_l[M_l=1]|, f_t * |active_l|)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18.        I_grow   &lt;- TopK_largest (|g_dense_int8[M_l=0]|, f_t * |active_l|)</a:t>
            </a:r>
          </a:p>
          <a:p>
            <a:pPr algn="l">
              <a:lnSpc>
                <a:spcPct val="102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19.        M_l[I_drop]=0; M_l[I_grow]=1; W_l[I_grow]=0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 + 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Combined FQT + RigL —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Four sub-routines running together: forward, backward, partial update, mask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8229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7452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Sparse-quantized forward (lines 2–5)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7452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Quantize the input once. For each layer compute A_l = phi(DEQ(A_{l-1}) @ DEQ(W*M)). Multiplication by M physically skips the masked MACs — sparsity is real, not just zero-multiplied.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8229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108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0896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108960"/>
            <a:ext cx="7452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Sparse-quantized backward (lines 7–9)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401568"/>
            <a:ext cx="7452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Hand-coded int8 GEMMs. dW is only computed for the active slots (mask applied); dA propagates through (W*M).T. Storage stays sparse: dW lives in the same shape as W*M.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8229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20624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206240"/>
            <a:ext cx="7452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FQT partial update over active set (lines 11–12)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498848"/>
            <a:ext cx="7452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Within the |active| set, keep the top-κ by |dW|. Update those weights in place against int8 W. Both sparsity (RigL) AND top-k (FQT) prune the backward write set, multiplicatively.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12079"/>
            <a:ext cx="8229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0351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303519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303519"/>
            <a:ext cx="7452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RigL mask refresh — when triggered (lines 14–19)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596127"/>
            <a:ext cx="7452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On every ΔT-th step, do a one-shot dense int8 backward (no mask) to score inactive weights. Drop f(t)·|active| smallest |W|; grow f(t)·|active| largest |g_dense|; zero new W slots.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0" i="1">
                <a:solidFill>
                  <a:srgbClr val="C97B2D"/>
                </a:solidFill>
                <a:latin typeface="Calibri"/>
              </a:rPr>
              <a:t>Open question: does the int8-quantized dense gradient at step D still pick the same useful connections that an fp32 RigL would have grown?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System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What lives where on the F746ZG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Memory map and per-tensor formats during one training 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SRAM   ·   ≤ 320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31720"/>
            <a:ext cx="5120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F2933"/>
                </a:solidFill>
                <a:latin typeface="Calibri"/>
              </a:rPr>
              <a:t>Activations (forward, kept for backward)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51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79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3F8B"/>
                </a:solidFill>
                <a:latin typeface="Calibri"/>
              </a:rPr>
              <a:t>X_hat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71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s_a_0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2651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2679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3F8B"/>
                </a:solidFill>
                <a:latin typeface="Calibri"/>
              </a:rPr>
              <a:t>A_1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2971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s_a_1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2651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679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3F8B"/>
                </a:solidFill>
                <a:latin typeface="Calibri"/>
              </a:rPr>
              <a:t>A_2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971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s_a_2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651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679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1B3F8B"/>
                </a:solidFill>
                <a:latin typeface="Calibri"/>
              </a:rPr>
              <a:t>logits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2971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int32 → fp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474720"/>
            <a:ext cx="5120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F2933"/>
                </a:solidFill>
                <a:latin typeface="Calibri"/>
              </a:rPr>
              <a:t>Gradients (backward)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794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822191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C97B2D"/>
                </a:solidFill>
                <a:latin typeface="Calibri"/>
              </a:rPr>
              <a:t>dA_0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114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s_g_0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74519" y="3794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3822191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C97B2D"/>
                </a:solidFill>
                <a:latin typeface="Calibri"/>
              </a:rPr>
              <a:t>dA_1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4114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s_g_1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3794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3822191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C97B2D"/>
                </a:solidFill>
                <a:latin typeface="Calibri"/>
              </a:rPr>
              <a:t>dA_2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4114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s_g_2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37947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3822191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C97B2D"/>
                </a:solidFill>
                <a:latin typeface="Calibri"/>
              </a:rPr>
              <a:t>dA_L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4114800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int8 · s_g_L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6634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754880"/>
            <a:ext cx="4937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F7A4D"/>
                </a:solidFill>
                <a:latin typeface="Calibri"/>
              </a:rPr>
              <a:t>W_l * M_l   (sparse-CSR or bitmap)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029200"/>
            <a:ext cx="4937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int8 weights  +  1-bit packed mask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03520"/>
            <a:ext cx="4937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per-channel or per-tensor s_w_l (fp32 scalar each)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623560"/>
            <a:ext cx="4937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dW gradient buffer reuses one int8 tensor per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1828800"/>
            <a:ext cx="260604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920240"/>
            <a:ext cx="24231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C97B2D"/>
                </a:solidFill>
                <a:latin typeface="Calibri"/>
              </a:rPr>
              <a:t>Flash   ·   1 MB</a:t>
            </a:r>
          </a:p>
        </p:txBody>
      </p:sp>
      <p:sp>
        <p:nvSpPr>
          <p:cNvPr id="53" name="Oval 52"/>
          <p:cNvSpPr/>
          <p:nvPr/>
        </p:nvSpPr>
        <p:spPr>
          <a:xfrm>
            <a:off x="6263640" y="2423160"/>
            <a:ext cx="137160" cy="13716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2331720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Initial int8 weights (W0)</a:t>
            </a:r>
          </a:p>
        </p:txBody>
      </p:sp>
      <p:sp>
        <p:nvSpPr>
          <p:cNvPr id="55" name="Oval 54"/>
          <p:cNvSpPr/>
          <p:nvPr/>
        </p:nvSpPr>
        <p:spPr>
          <a:xfrm>
            <a:off x="6263640" y="2926079"/>
            <a:ext cx="137160" cy="13716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2834639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Initial RigL mask (ER-K)</a:t>
            </a:r>
          </a:p>
        </p:txBody>
      </p:sp>
      <p:sp>
        <p:nvSpPr>
          <p:cNvPr id="57" name="Oval 56"/>
          <p:cNvSpPr/>
          <p:nvPr/>
        </p:nvSpPr>
        <p:spPr>
          <a:xfrm>
            <a:off x="6263640" y="3429000"/>
            <a:ext cx="137160" cy="13716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337560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MFCC feature bank tables</a:t>
            </a:r>
          </a:p>
        </p:txBody>
      </p:sp>
      <p:sp>
        <p:nvSpPr>
          <p:cNvPr id="59" name="Oval 58"/>
          <p:cNvSpPr/>
          <p:nvPr/>
        </p:nvSpPr>
        <p:spPr>
          <a:xfrm>
            <a:off x="6263640" y="3931920"/>
            <a:ext cx="137160" cy="13716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3840480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Speaker enrolment metadata</a:t>
            </a:r>
          </a:p>
        </p:txBody>
      </p:sp>
      <p:sp>
        <p:nvSpPr>
          <p:cNvPr id="61" name="Oval 60"/>
          <p:cNvSpPr/>
          <p:nvPr/>
        </p:nvSpPr>
        <p:spPr>
          <a:xfrm>
            <a:off x="6263640" y="4434840"/>
            <a:ext cx="137160" cy="137160"/>
          </a:xfrm>
          <a:prstGeom prst="ellipse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343400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Trained weights (write-back)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760720"/>
            <a:ext cx="24231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5C6975"/>
                </a:solidFill>
                <a:latin typeface="Calibri"/>
              </a:rPr>
              <a:t>Trained weights write back at end of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Python implementation —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gets built on the workstation before any C is written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78308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1965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96596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194767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Environment &amp;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28600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PyTorch 2.x + torchaudio. Download LibriSpeech dev-clean. Pick a closed-set of 40 speakers (matches Deutel et al.'s benchmark size).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78308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73752" y="1965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196596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194767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Feature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28600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13-MFCC, 25 ms / 10 ms hop, fixed 1 s window. Cache .npy per utterance to skip re-running torchaudio every epoch.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7180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154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13639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Quantized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47472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Custom QLinear / QConv2d with fake-quant + straight-through estimator; per-tensor symmetric int8; running-max EMA for activation scales.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297180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73752" y="3154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3154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13639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RigL mask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347472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Per-layer Mask buffer with ER-K init, cosine-annealed drop fraction, prune-and-grow at every ΔT steps.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6052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" y="4343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3434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32511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Training 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66344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Quantized forward → quantized backward → FQT partial-update step → every ΔT call mask manager with an extra dense backward.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16052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73752" y="4343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43434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32511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Four-condition 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66344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FP32 dense / FQT dense / FP32 + RigL / FQT + RigL — same seed, same data splits. Log accuracy, weight memory, FLOPs.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4924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2" y="55321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5321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55138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Export to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85216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Write weights_q8.c with int8 W, fp scales, packed 1-bit mask. Emit a header with shapes and the runtime layer order.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09160" y="534924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873752" y="55321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3752" y="55321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55138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Bit-exact validation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585216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Replay first N steps on the MCU with the same RNG seed; compare int8 weights byte-for-byte against the Python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Data &amp; feature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Step 1–2: LibriSpeech → 13-MFCC tensors of fixed 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029200" cy="39319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4846320" cy="3785615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import torch, torchaudio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from torchaudio.datasets import LIBRISPEECH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DS    = LIBRISPEECH('./data', url='dev-clean', download=True)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SR    = 16000;  N_MFCC = 13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WIN   = 25e-3;  HOP   = 10e-3;  CLIP = 1.0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mfcc = torchaudio.transforms.MFCC(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sample_rate=SR, n_mfcc=N_MFCC,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melkwargs=dict(n_fft=400,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               hop_length=160,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               n_mels=40))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def extract(wave):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if wave.size(1) &lt; SR: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        wave = F.pad(wave, (0, SR - wave.size(1)))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C97B2D"/>
                </a:solidFill>
                <a:latin typeface="Consolas"/>
              </a:rPr>
              <a:t>    return mfcc(wave[:, :SR])        # [1, 13, 101]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speakers = sorted({m[3] for m in DS})[:40]   # closed set</a:t>
            </a:r>
          </a:p>
          <a:p>
            <a:pPr algn="l">
              <a:lnSpc>
                <a:spcPct val="105000"/>
              </a:lnSpc>
            </a:pPr>
            <a:r>
              <a:rPr sz="1050">
                <a:solidFill>
                  <a:srgbClr val="E6E9EE"/>
                </a:solidFill>
                <a:latin typeface="Consolas"/>
              </a:rPr>
              <a:t>id_of    = {sp:i for i,sp in enumerate(speakers)}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965960"/>
            <a:ext cx="3017520" cy="39319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05740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What this gives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42316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Fixed-shape tensor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679191"/>
            <a:ext cx="27432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(1, 13, 101) — trivial to feed a small Conv2d on the MCU.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33756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40-class closed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593591"/>
            <a:ext cx="27432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Matches Deutel et al.'s benchmark scope; cross-entropy stays well-conditioned.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25196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Disk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507992"/>
            <a:ext cx="27432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Each utterance ≈ 10 KB on disk; recompute is the bottleneck without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16636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Single seed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5422392"/>
            <a:ext cx="27432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80 / 10 / 10 train-val-test split, stratified by speaker, shared across all 4 conditions.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57784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1">
                <a:solidFill>
                  <a:srgbClr val="B23B3B"/>
                </a:solidFill>
                <a:latin typeface="Calibri"/>
              </a:rPr>
              <a:t>Same split + seed across (FP32, FQT, RigL, combined) is non-negotiable for a fair comparison.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Data pipeline — code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the LibriSpeech feature extractor does, function by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Load LibriSpeech dev-clean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torchaudio's LIBRISPEECH wrapper downloads tar.gz on first run, then returns (waveform, sample_rate, transcript, speaker_id, chapter_id, utt_id) tuples — we need only speaker_id.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MFCC 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13 cepstral coefficients per 25 ms frame with 10 ms hop, fed by a 40-mel filterbank over a 400-sample FFT. Same defaults Deutel et al. use for their keyword-spotting baseline.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extract() — pad to 1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Pad-then-truncate every utterance to exactly SR samples. The result is a fixed (1, 13, 101) tensor — the network sees uniform shapes, no dynamic axis.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Closed speaker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Sort speaker IDs deterministically and take the first 40. id_of maps speaker → class index. The same set must be reused across all four experimental conditions.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Stratified split (not shown)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80/10/10 split over utterances, stratified by speaker — every speaker appears in train/val/test. Same RNG seed across the four conditions; otherwise comparisons are noise.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Disk cache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Each (1,13,101) tensor is ~10 KB on disk as .npy. Caching avoids re-running torchaudio every epoch — MFCC is the slowest call in the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Quantized layer with STE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Step 3: a custom int8 Linear/Conv that PyTorch can autograd through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30352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512064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class QuantSTE(torch.autograd.Function):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@staticmethod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def forward(ctx, x, scale):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q = (x / scale).round().clamp_(-127, 127)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return q * scale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@staticmethod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def backward(ctx, g):  return g, None     # straight-through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class QLinear(nn.Module):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def __init__(self, fi, fo):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super().__init__()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self.W   = nn.Parameter(torch.randn(fo, fi) * fi**-0.5)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self.register_buffer('s_w',  torch.tensor(0.05))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self.register_buffer('s_a',  torch.tensor(0.05))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    self.register_buffer('mask', torch.ones_like(self.W))   # RigL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def forward(self, x):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        with torch.no_grad():                 # EMA on running max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self.s_a.mul_(0.99).add_(0.01 * x.abs().max() / 127)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Wq = QuantSTE.apply(self.W * self.mask, self.s_w)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xq = QuantSTE.apply(x,                 self.s_a)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return F.linear(xq, Wq)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96596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057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Design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42316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STE backward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79191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Keeps the gradient path differentiable while the forward sees integer-valued tensors.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38328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Mask as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63931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RigL writes flow naturally with model.to(device); not optimised 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343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EMA activation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59943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Tracks distribution shift mid-training; matches Deutel's per-tensor calibration.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30352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QConv2d twin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55955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Same pattern with F.conv2d; per-output-channel s_w optional for extra fidelity.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Quantized layer — code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How QuantSTE and QLinear behave during forward and backward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QuantSTE.forward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Divide x by s, round and clamp to [-127, 127], then multiply back. The tensor is now visually fp32 but carries only int8-representable values — fake-quant, ready for a real int8 kernel substitution.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QuantSTE.backward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Returns the upstream gradient unchanged (g, None). This is the straight-through estimator — pretend the rounding never happened so gradients flow through. Standard and theoretically sound.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QLinear weights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W is a normal Parameter so SGD can update it. Initialised with 1/√fan-in variance — keeps post-MAC activations in a sensible range before the first calibration step.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Buffers: s_w, s_a, mask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Buffers move with model.to(device) but aren't trained. s_w is fixed per tensor; s_a follows the data; the RigL mask is written by an external manager — never by gradients.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EMA activation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Inside forward(), with no_grad: s_a ← 0.99·s_a + 0.01·|x|_max/127. Tracks distribution drift smoothly. Matches Deutel's per-tensor calibration.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Quantize-then-Linear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Both x and W·mask go through QuantSTE before F.linear, so the matmul sees integer-valued operands. Swapping in a real int8 kernel later requires no graph changes.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RigL mask 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Step 4: prune-and-grow as a single class hooked into the optimizer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85216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566928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class RigL: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def __init__(self, model, sparsity=0.9, alpha=0.3,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     t_end=10_000, dt=200):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self.model, self.alpha = model, alpha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self.t_end, self.dt = t_end, dt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self._erk_init(sparsity)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def _erk_init(self, s):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9FB7E0"/>
                </a:solidFill>
                <a:latin typeface="Consolas"/>
              </a:rPr>
              <a:t>        for L in self.layers():               # ER-K init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density = (1 - s) * (L.W.numel() / max(L.W.shape))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keep    = torch.rand_like(L.W) &lt; density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L.mask.copy_(keep.float())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with torch.no_grad(): L.W.mul_(L.mask)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def step(self, t, dense_grads):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if t &gt;= self.t_end or t % self.dt: return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C97B2D"/>
                </a:solidFill>
                <a:latin typeface="Consolas"/>
              </a:rPr>
              <a:t>        f = 0.5 * self.alpha * (1 + math.cos(math.pi * t / self.t_end))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for L, g in zip(self.layers(), dense_grads):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k       = int(f * L.mask.sum())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active  = L.mask.bool()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drop    = torch.topk(-(L.W[active]).abs(), k).indices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grow    = torch.topk(( g[~active]).abs(), k).indices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    self._apply(L, drop, grow, active)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965960"/>
            <a:ext cx="2194560" cy="43891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057400"/>
            <a:ext cx="1920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Hooks into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1920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Every 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679191"/>
            <a:ext cx="1920240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After backward, before optimizer.step(): zero out grads for masked weights.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49039"/>
            <a:ext cx="1920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Every ΔT iters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05072"/>
            <a:ext cx="1920240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Run an extra dense backward (no mask) and pass those gradients to RigL.step().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1920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On 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330952"/>
            <a:ext cx="1920240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Re-zero W on freshly-grown indices and reset their optimizer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RigL manager — code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How the class hooks into PyTorch's training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__init__ takes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Stores references to the layers it manages, the cosine α, T_end (when to stop refreshing), and ΔT (how often). _erk_init runs once at construction.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_erk_init — ER-Kernel density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Per-layer density = (1-s) · (N/max(fan_in, fan_out)). Bigger layers keep more weights; tiny layers get a higher relative density so they don't collapse to zero connections.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step() — early 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If t ≥ T_end (topology frozen) or t mod ΔT ≠ 0 (not a refresh step), return immediately. The hot path spends almost all iterations in this early-exit branch.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f(t) — drop fraction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Cosine schedule: 0.5·α·(1 + cos(π·t/T_end)). At t=0 returns α; at t=T_end returns 0. Smooth, no extra knobs once α is chosen.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Drop: smallest |W| over 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torch.topk on -(|W[active]|) picks the k weakest active weights. drop holds their indices (in the flattened active subspace).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Grow: largest |g| over inactive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torch.topk on |g[~active]| picks the k strongest masked weights by gradient. _apply flips mask bits, zeros W on grown slots, and clears optimizer momentum on those slots.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Training loop &amp; 4-condition 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Steps 5–6: the experimental backbone of the thesis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669280" cy="384048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5486400" cy="36941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rigl = RigL(model, sparsity=0.9) if USE_SPARSE else None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opt  = torch.optim.SGD(model.parameters(), lr=1e-2, momentum=0.9)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for t, (xb, yb) in enumerate(loader):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    logits = model(xb)                          # FQT forward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loss   = F.cross_entropy(logits, yb)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    loss.backward()                             # FQT backward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if USE_FQT:                                 # partial update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for L in q_layers: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g    = L.W.grad * L.mask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k    = int(KAPPA * L.mask.sum())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top  = torch.topk(g.abs().flatten(), k).indices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keep = torch.zeros_like(g).flatten()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keep[top] = 1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L.W.grad.mul_(keep.view_as(g))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if rigl: zero_pruned_grads(model)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opt.step();  opt.zero_grad()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if rigl and t % rigl.dt == 0: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    with dense_grads(model, xb, yb) as g_dense: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        rigl.step(t, g_dense)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2560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Four experimental conditions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37744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49631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5943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49631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FP32 dense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788920"/>
            <a:ext cx="1828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Upper-bound accuracy reference.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38328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0215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5943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50215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FQT dense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94760"/>
            <a:ext cx="1828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Isolates the quantization cost.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38912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450799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507992"/>
            <a:ext cx="5943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50799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FP32 + RigL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800600"/>
            <a:ext cx="1828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Isolates the sparsity cost.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39496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551383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513832"/>
            <a:ext cx="5943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51383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FQT + RigL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806440"/>
            <a:ext cx="1828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The thesis claim — both at once.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82296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Each condition reports: accuracy · weight memory (KB) · FLOPs/step · wall-clock training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Python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Training loop — code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The same loop runs all four conditions; flags select what is 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Optional RigL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Constructed only if USE_SPARSE. Same SGD optimizer for every condition — keeping the optimizer constant is what makes the four-way comparison legitimate.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Forward + loss + backward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Standard PyTorch three lines. Because QLinear is the layer type, the forward path is already quantized; loss.backward() computes the full int8 gradient through the STE.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FQT partial-update 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Only runs if USE_FQT. For each quantized layer, compute the κ·|active| largest |grad| over the mask-allowed slots and zero out every other gradient entry before opt.step().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Mask-zeroed gradients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zero_pruned_grads(model) sets g=0 on masked slots so they stay at zero through SGD. Cheaper than masking the weights themselves after each step.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opt.step + opt.zero_grad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Same as any PyTorch loop. The only weights that move are those whose gradients survived both the FQT top-k filter AND the RigL mask.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Periodic RigL refresh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Every ΔT iters: re-run forward+backward without the mask to get a dense gradient, then call rigl.step(t, g_dense). dense_grads() is a context manager that temporarily disables masking.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implementation —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runs on the Nucleo-F746ZG after Python validates the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78308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1965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96596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194767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Toolchain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28600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STM32CubeIDE + ARM-GCC. CMSIS-NN pulled in as a submodule for the int8 forward kernels we reuse.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78308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73752" y="1965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196596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194767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Model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28600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Dump weights_q8.c, scales.c, mask_bitmap.c from PyTorch → const arrays. Header file holds shapes and walk order.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7180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154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13639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Quantized forward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47472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Reuse arm_convolve_s8 / arm_fully_connected_s8. Wrap each with a mask-aware variant: skip MAC or use sparse-CSR.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297180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73752" y="3154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3154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13639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Quantized backward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347472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Hand-written int8 GEMMs for dW = A^T dY and dX = dY W^T. CMSIS-NN does not provide these — bulk of the C 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6052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" y="4343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3434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32511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FQT partial update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66344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Bounded min-heap of size κ·|active| selects top-k weights to update. Writes are in-place against the int8 W tensor.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16052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73752" y="4343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43434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32511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RigL mask update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66344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Two bounded heaps — smallest |W| over active, largest |g| over inactive. Flip mask bits, zero newly-grown slots.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4924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2" y="55321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5321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55138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Memory layout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85216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Constants (W0, M0) in Flash. Live A, dA, dW buffers double-buffered in SRAM with explicit per-layer reuse.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09160" y="5349240"/>
            <a:ext cx="39776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873752" y="55321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3752" y="55321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55138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Profiling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5852160"/>
            <a:ext cx="3154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DWT cycle counter for latency; external INA-219 for energy. Reported against the host PyTorch baseline.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— data structures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gets written to Flash and how the runtime walks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30352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512064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// model_weights.h  -- emitted by the Python exporter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#define L_NUM 4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typedef struct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int8_t   *W;        // weights, masked-out slots zero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uint8_t  *M;        // packed 1-bit mask, ceil(N/8) bytes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float     s_w;      // weight scale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float     s_a_in;   // activation scale (input)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float     s_a_out;  // activation scale (output)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uint16_t  fan_in;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uint16_t  fan_out;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uint8_t   kind;     // 0=Conv 1=Linear 2=DWConv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} layer_t;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const layer_t LAYERS[L_NUM];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int8_t  W0[ ... ];      // const, Flash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uint8_t M0[ ... ];      // const, Flash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// runtime mirrors in SRAM, copied at boot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int8_t  W_ram   [ TOTAL_W 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uint8_t M_ram   [ TOTAL_M_BYTES 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extern int8_t  dW_ram  [ TOTAL_W   ];    // gradient buffer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extern int8_t  A_ram[2][ MAX_ACT  ];     // double-buffered 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96596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057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Layout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37744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Mask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3347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1-bit packed bitmap. CSR is faster for inference but bitmap is far cheaper to update on an MCU.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33756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Per-channel s_w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59359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Optional. Only worthwhile for Conv layers; Linear stays per-tensor.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29768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W in Flash or SRAM?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55371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Boot-time copy to SRAM so SGD writes don't wear Flash. Flash holds the immutable init.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2578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Activations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513832"/>
            <a:ext cx="24688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Double-buffered (A_ram[0]/[1]); A_{l-1} is reclaimed once dW_l is computed.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data structures —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Why each field is what it is, and where it lives in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layer_t struct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Plain-old-data. A single L_NUM-long table of these describes the whole model. The runtime walks LAYERS[i] in order; no dynamic dispatch, no virtual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W pointer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Points into either Flash (W0) or SRAM (W_ram), depending on whether the layer is being trained. The exporter writes both copies; boot code memcpy's into SRAM.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M packed bitmap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ceil(N/8) bytes per layer. A 10×100 Linear has 1000 bits = 125 bytes — versus a sparse-CSR encoding which would need int16 indices and ~12× more memory for a 90% sparse layer of this size.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s_w, s_a_in, s_a_out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Three fp32 scalars per layer. Negligible memory cost (~3 KB for the whole model) and they're cache-friendly because they live next to the layer descriptor.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kind tag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Selects which kernel to dispatch — Conv2d, Linear, or DepthwiseConv. The forward and backward switch on this tag once per layer, not once per MAC.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Runtime SRAM mirrors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W_ram, M_ram and dW_ram are sized to TOTAL_W / TOTAL_M_BYTES at link time. A_ram is double-buffered so layer l's output overwrites layer l-1's input.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— int8 kernels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Forward reuses CMSIS-NN; backward is custom int8 GEMM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411480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393192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// Mask-aware forward (Linear)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void qfc_forward_masked(const layer_t *L,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const int8_t *x_in, int8_t *y_out)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for (int o = 0; o &lt; L-&gt;fan_out; ++o)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int32_t acc = 0;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for (int i = 0; i &lt; L-&gt;fan_in; ++i)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int idx = o * L-&gt;fan_in + i;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  if (!bit_get(L-&gt;M, idx)) continue;   // sparse skip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acc += (int32_t)x_in[i] *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 (int32_t)L-&gt;W[idx];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float yf = acc * (L-&gt;s_w * L-&gt;s_a_in);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y_out[o] = sat_int8(roundf(yf / L-&gt;s_a_out));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965960"/>
            <a:ext cx="402336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039112"/>
            <a:ext cx="384048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// Backward -- dW and dX in int8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void qfc_backward(const layer_t *L,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const int8_t *x_in,  // forward input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const int8_t *dy,    // upstream grad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int8_t *dW_out, int8_t *dx_out)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  // dW = x^T . dy   (mask applied)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for (int o = 0; o &lt; L-&gt;fan_out; ++o)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for (int i = 0; i &lt; L-&gt;fan_in;  ++i)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 idx = o * L-&gt;fan_in + i;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if (!bit_get(L-&gt;M, idx))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dW_out[idx] = 0; continue;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int32_t a = (int32_t)x_in[i] *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        (int32_t)dy[o];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dW_out[idx] = sat_int8(roundf(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      a * L-&gt;s_a_in / L-&gt;s_w));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  // dx = dy . W^T  (analogous loop)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int8 kernels —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What the forward and backward kernels actually do, MAC by MAC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Outer loop = output neurons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qfc_forward_masked walks one output neuron at a time. acc is int32 to avoid overflow during MAC accumulation across fan_in input weights.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Sparse skip via bit_get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Before each MAC, check the mask bit. If zero, continue — that single branch makes the kernel actually sparse-fast, not just sparse-correct.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Rescale &amp; saturate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After accumulation, multiply by (s_w · s_a_in), divide by s_a_out, round to nearest, saturate to int8. Same int8-output rescaling as CMSIS-NN.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Backward dW kernel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dW[o,i] = x_in[i] · dy[o] — the outer-product form. The mask check zeros gradient entries for inactive weights, so dW slots that won't be applied don't even get a write.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Scale arithmetic in backward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The fp scale on the accumulated int32 is (s_a_in · s_g_out / s_w). The runtime stores all three so the kernel only does one float multiply and one float divide per output.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Backward dx kernel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dx[i] = sum_o dy[o] · W[o,i] — same structure as the forward but with dy and W transposed. Mask-aware: skip if the corresponding W slot is masked out.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— partial update &amp; mask 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FQT top-k SGD and RigL prune-and-grow, both running on the MCU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411480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39112"/>
            <a:ext cx="393192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>
                <a:solidFill>
                  <a:srgbClr val="9FB7E0"/>
                </a:solidFill>
                <a:latin typeface="Consolas"/>
              </a:rPr>
              <a:t>// FQT partial update -- bounded min-heap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void fqt_partial_update(layer_t *L,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const int8_t *dW, float eta, int k)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C97B2D"/>
                </a:solidFill>
                <a:latin typeface="Consolas"/>
              </a:rPr>
              <a:t>  heap_t H; heap_init(&amp;H, k);   // min-heap |dW|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int N = L-&gt;fan_in * L-&gt;fan_out;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for (int i = 0; i &lt; N; ++i)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if (!bit_get(L-&gt;M, i)) continue;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heap_push(&amp;H, i, abs8(dW[i]));  // O(log k)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for (int j = 0; j &lt; H.size; ++j) {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 idx = H.idx[j];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int32_t step = (int32_t)roundf(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eta * dW[idx] *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(L-&gt;s_w / L-&gt;s_a_in));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L-&gt;W[idx] = sat_int8(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      (int32_t)L-&gt;W[idx] - step);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000">
                <a:solidFill>
                  <a:srgbClr val="E6E9EE"/>
                </a:solidFill>
                <a:latin typeface="Consolas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965960"/>
            <a:ext cx="4023360" cy="4389120"/>
          </a:xfrm>
          <a:prstGeom prst="rect">
            <a:avLst/>
          </a:prstGeom>
          <a:solidFill>
            <a:srgbClr val="1F2933"/>
          </a:solidFill>
          <a:ln w="9525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039112"/>
            <a:ext cx="3840480" cy="42428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9FB7E0"/>
                </a:solidFill>
                <a:latin typeface="Consolas"/>
              </a:rPr>
              <a:t>// RigL mask update on the MCU (every dT)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void rigl_update(layer_t *L,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  const int8_t *g_dense, float drop_frac)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int active = popcount_bits(L-&gt;M, BITS_OF(L));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int k = (int)(drop_frac * active);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9FB7E0"/>
                </a:solidFill>
                <a:latin typeface="Consolas"/>
              </a:rPr>
              <a:t>  // 1) drop : k smallest |W| over active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heap_t Hd; heap_init(&amp;Hd, k);   // max on |W|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for (int i = 0; i &lt; N(L); ++i)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if (bit_get(L-&gt;M, i))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heap_push_max(&amp;Hd, i, abs8(L-&gt;W[i]));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for (int j = 0; j &lt; Hd.size; ++j)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C97B2D"/>
                </a:solidFill>
                <a:latin typeface="Consolas"/>
              </a:rPr>
              <a:t>      bit_clr(L-&gt;M, Hd.idx[j]);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9FB7E0"/>
                </a:solidFill>
                <a:latin typeface="Consolas"/>
              </a:rPr>
              <a:t>  // 2) grow : k largest |g_dense| over inactive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heap_t Hg; heap_init(&amp;Hg, k);   // min on |g|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for (int i = 0; i &lt; N(L); ++i)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if (!bit_get(L-&gt;M, i))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    heap_push_min(&amp;Hg, i, abs8(g_dense[i]));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for (int j = 0; j &lt; Hg.size; ++j) {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C97B2D"/>
                </a:solidFill>
                <a:latin typeface="Consolas"/>
              </a:rPr>
              <a:t>      bit_set(L-&gt;M, Hg.idx[j]);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C97B2D"/>
                </a:solidFill>
                <a:latin typeface="Consolas"/>
              </a:rPr>
              <a:t>      L-&gt;W[Hg.idx[j]] = 0;        // zero-init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E6E9E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update kernels —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FQT top-k SGD and RigL drop-and-grow on the MCU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Bounded min-heap (FQT)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k = κ·|active|, typically ~10% of the weights. A min-heap of size k keeps memory bounded — we never materialise the full sorted list, just the running top-k.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92024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1888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01168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1168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Skip masked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Inside the loop, bit_get(L-&gt;M, i) gates whether the weight is considered at all. The heap only ever contains active-mask indices, by construction.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Scaled int8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step = round(η · dW · (s_w / s_a_in)) — a single int32, then saturate-subtract from int8 W. All in-place; no temporary dense tensor.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33756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8888" y="3429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42900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popcount for active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2160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popcount_bits over the mask bitmap returns |active| in a single pass — required to compute k. CMSIS provides __RBIT/__CLZ helpers that turn this into a few cycles per byte.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Drop heap (RigL, max-heap on |W|)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Two passes: build a max-heap of |W| over active slots, then pop the k smallest. bit_clr flips their mask bits to inactive. W values stay untouched — they'll be overwritten by grow.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4754880"/>
            <a:ext cx="397763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18888" y="4846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846320"/>
            <a:ext cx="457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46320"/>
            <a:ext cx="32003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Grow heap (RigL, min-heap on |g|)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320039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Build a min-heap of |g_dense| over inactive slots; pop the k largest. bit_set the mask, then L-&gt;W[idx] = 0 — fresh zero start, no carryover from whatever was there before.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MCU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 — memory budget &amp;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Fitting a trainable model into 320 KB of SRAM on the F746ZG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4206240" cy="443484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024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SRAM budget — 320 KB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331720"/>
            <a:ext cx="1097280" cy="977264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2331720"/>
            <a:ext cx="2286000" cy="9772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W + masks (int8)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90 KB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08984"/>
            <a:ext cx="1097280" cy="651509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308984"/>
            <a:ext cx="2286000" cy="65150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dW gradient buffer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60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60494"/>
            <a:ext cx="1097280" cy="86868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960494"/>
            <a:ext cx="2286000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Activations (A0/A1)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80 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29174"/>
            <a:ext cx="1097280" cy="325754"/>
          </a:xfrm>
          <a:prstGeom prst="rect">
            <a:avLst/>
          </a:prstGeom>
          <a:solidFill>
            <a:srgbClr val="5C6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829174"/>
            <a:ext cx="2286000" cy="32575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Heaps + scratch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30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54929"/>
            <a:ext cx="1097280" cy="651509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154929"/>
            <a:ext cx="2286000" cy="65150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Stack + system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60 KB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Total: 320 KB · zero headroom — every byte is budgeted.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82880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Deployment steps</a:t>
            </a:r>
          </a:p>
        </p:txBody>
      </p:sp>
      <p:sp>
        <p:nvSpPr>
          <p:cNvPr id="32" name="Oval 31"/>
          <p:cNvSpPr/>
          <p:nvPr/>
        </p:nvSpPr>
        <p:spPr>
          <a:xfrm>
            <a:off x="4846320" y="2258568"/>
            <a:ext cx="320040" cy="320040"/>
          </a:xfrm>
          <a:prstGeom prst="ellipse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258568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231136"/>
            <a:ext cx="3474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Flash init weights + header to F746ZG via ST-Link.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0" y="2761488"/>
            <a:ext cx="320040" cy="320040"/>
          </a:xfrm>
          <a:prstGeom prst="ellipse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761488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2734056"/>
            <a:ext cx="3474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USB-VCP serial channel for batch streaming and log retrieval.</a:t>
            </a:r>
          </a:p>
        </p:txBody>
      </p:sp>
      <p:sp>
        <p:nvSpPr>
          <p:cNvPr id="38" name="Oval 37"/>
          <p:cNvSpPr/>
          <p:nvPr/>
        </p:nvSpPr>
        <p:spPr>
          <a:xfrm>
            <a:off x="4846320" y="3264408"/>
            <a:ext cx="320040" cy="320040"/>
          </a:xfrm>
          <a:prstGeom prst="ellipse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264408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3236976"/>
            <a:ext cx="3474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DWT cycle counter on the M7 → per-step latency in µs.</a:t>
            </a:r>
          </a:p>
        </p:txBody>
      </p:sp>
      <p:sp>
        <p:nvSpPr>
          <p:cNvPr id="41" name="Oval 40"/>
          <p:cNvSpPr/>
          <p:nvPr/>
        </p:nvSpPr>
        <p:spPr>
          <a:xfrm>
            <a:off x="4846320" y="3767328"/>
            <a:ext cx="320040" cy="320040"/>
          </a:xfrm>
          <a:prstGeom prst="ellipse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767328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739896"/>
            <a:ext cx="3474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External INA-219 on the 3.3 V rail → energy per epoch.</a:t>
            </a:r>
          </a:p>
        </p:txBody>
      </p:sp>
      <p:sp>
        <p:nvSpPr>
          <p:cNvPr id="44" name="Oval 43"/>
          <p:cNvSpPr/>
          <p:nvPr/>
        </p:nvSpPr>
        <p:spPr>
          <a:xfrm>
            <a:off x="4846320" y="4270248"/>
            <a:ext cx="320040" cy="320040"/>
          </a:xfrm>
          <a:prstGeom prst="ellipse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270248"/>
            <a:ext cx="320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242816"/>
            <a:ext cx="3474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Bit-exact validation against PyTorch (same RNG seed).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4846320"/>
            <a:ext cx="3840480" cy="1417320"/>
          </a:xfrm>
          <a:prstGeom prst="roundRect">
            <a:avLst>
              <a:gd name="adj" fmla="val 5000"/>
            </a:avLst>
          </a:prstGeom>
          <a:solidFill>
            <a:srgbClr val="F4E9C9"/>
          </a:solidFill>
          <a:ln w="1270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4919472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 i="0">
                <a:solidFill>
                  <a:srgbClr val="C97B2D"/>
                </a:solidFill>
                <a:latin typeface="Calibri"/>
              </a:rPr>
              <a:t>Numbers to report in the thesis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5166360"/>
            <a:ext cx="3566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•  Speaker-ID accuracy — vs. each of the 4 conditions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5376672"/>
            <a:ext cx="3566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•  Per-step latency — ms / training step on F746ZG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5586984"/>
            <a:ext cx="3566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•  Peak SRAM use — snapshot at backward / mask update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5797296"/>
            <a:ext cx="3566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•  Energy per epoch — mJ, from INA-219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6007608"/>
            <a:ext cx="3566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•  Weight memory — KB on disk (sparse-stored int8)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Build order — milestones M1 → M11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Validate at every step; never combine two unverified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87451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7451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92023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10312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FP32 dense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235000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Train an unmodified Conv/Linear stack on the 40-speaker split. Locks the data pipeline, model topology, and the loss curve to beat.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697479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≥ 85% test accuracy.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187451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187451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192023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210312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Fake-quant + STE forward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235000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Swap Linear/Conv for QLinear/QConv with QuantSTE but still backprop in fp32. Forward sees int8-valued tensors.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2697479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≤ 1% accuracy drop vs. M1.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87451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187451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192023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10312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Real int8 forward kernels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35000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Replace the fake-quant matmul with an integer matmul returning int32 accumulators. Same loss curve as M2 within rounding.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2697479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bit-comparable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97180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971800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01752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3200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Int8 backward + partial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344728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Add hand-coded int8 dW / dA kernels and the top-κ gradient filter. This is condition B (FQT dense).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379476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≤ 2% accuracy drop vs. M1.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297180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2971800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4992" y="301752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4992" y="3200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FP32 RigL 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4992" y="344728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Build the mask manager; sparsify the M1 model and retrain. This is condition C (FP32 + RigL).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4992" y="379476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≤ 2% accuracy at 90% sparsity.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297180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2971800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2" y="301752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3200400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FQT × RigL combined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344728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Hook the RigL manager into the M4 loop. This is condition D — the thesis claim.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379476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≤ 4% drop vs. M1, all in int8.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06907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06907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11479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429767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Exporter + replay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4544567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Dump weights_q8.c, scales.c, mask_bitmap.c. Replay test consumes the dump and reproduces M6 byte-for-byte.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489204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100% byte match first N steps.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406907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0" y="406907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64992" y="411479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64992" y="429767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MCU forward path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4992" y="4544567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Port arm_*_s8 forward + mask-aware skip onto the F746ZG. Compare logits with Python on the exported model.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4992" y="489204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max |Δlogit| ≤ 1 LSB.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0" y="406907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35040" y="406907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9632" y="411479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2" y="429767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MCU int8 backward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2" y="4544567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Hand-write qfc_backward / qconv_backward. Match Python dW byte-for-byte for the first 10 steps.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489204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bit-exact dW for 10 batches.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516635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5760" y="516635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352" y="521207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" y="539495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MCU FQT partial update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" y="564184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Bounded min-heap + in-place saturating subtract. Full epoch on-device; record latency, peak SRAM, energy.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" y="598932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accuracy curve = Python M4.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00400" y="5166359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0" y="5166359"/>
            <a:ext cx="91440" cy="100584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64992" y="5212079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64992" y="539495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MCU RigL mask update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4992" y="5641848"/>
            <a:ext cx="24688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Calibri"/>
              </a:rPr>
              <a:t>Drop+grow heaps on-device. Run the full M6 schedule on the F746ZG; collect all four conditions' on-device numbers.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64992" y="598932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1F7A4D"/>
                </a:solidFill>
                <a:latin typeface="Calibri"/>
              </a:rPr>
              <a:t>Gate: thesis deliverable — final table.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0" y="5166359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F4E9C9"/>
          </a:solidFill>
          <a:ln w="1270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9632" y="5257799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Rule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99632" y="5513831"/>
            <a:ext cx="246888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Never advance to the next milestone with two changes outstanding — regressions become un-bisectable.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Experimental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Three-phase experimental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From PyTorch baselines to a working int8 sparse trainer on the F746ZG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8229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938528"/>
            <a:ext cx="1828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12848"/>
            <a:ext cx="36576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PyTorch baselines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606040"/>
            <a:ext cx="7772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Build all four conditions on the workstation. Lock data splits and the seed; collect accuracy, weight memory, FLOPs, wall-clock. Demonstrate that FQT+RigL is competitive with FP32 dense in simulation.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91440" cy="128016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55848"/>
            <a:ext cx="1828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30168"/>
            <a:ext cx="36576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GPU-level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23359"/>
            <a:ext cx="7772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Tighten quantization scales, calibrate kappa (FQT top-k) and (α, T_end, ΔT) for RigL on this dataset. Profile the dense-backward step RigL needs and confirm it stays affordable when quantized.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8229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91440" cy="1280160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73168"/>
            <a:ext cx="1828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47488"/>
            <a:ext cx="36576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MCU 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40679"/>
            <a:ext cx="7772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Port the validated configuration to the F746ZG. Hand-write the int8 backward and heaps; reuse CMSIS-NN for the forward. Measure latency, peak SRAM, and energy. Achieve bit-exact agreement with the Python run for N steps.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Where the contribution sits and what makes it novel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8229600" cy="1371600"/>
          </a:xfrm>
          <a:prstGeom prst="roundRect">
            <a:avLst>
              <a:gd name="adj" fmla="val 5000"/>
            </a:avLst>
          </a:prstGeom>
          <a:solidFill>
            <a:srgbClr val="F4E9C9"/>
          </a:solidFill>
          <a:ln w="15240">
            <a:solidFill>
              <a:srgbClr val="C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0240"/>
            <a:ext cx="795527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C97B2D"/>
                </a:solidFill>
                <a:latin typeface="Calibri"/>
              </a:rPr>
              <a:t>The thesis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286000"/>
            <a:ext cx="795527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FQT compresses every operation; RigL compresses the operand. Their intersection is the open question this thesis answers — and the implementation path runs from a PyTorch prototype directly to int8 sparse-from-scratch training on the STM32 Nucleo-F746ZG, evaluated on a closed-set LibriSpeech speaker-identification task.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1B3F8B"/>
                </a:solidFill>
                <a:latin typeface="Calibri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22191"/>
            <a:ext cx="36576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Sparse storage + int8 collapses both weights and activations. Dense FP32 baselines simply do not fit in 320 KB SRAM.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38328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493008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1B3F8B"/>
                </a:solidFill>
                <a:latin typeface="Calibri"/>
              </a:rPr>
              <a:t>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822191"/>
            <a:ext cx="36576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Top-κ FQT gradients × RigL mask leave only a small active set to update each step — the backward pass is doubly sparse.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0060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10328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1B3F8B"/>
                </a:solidFill>
                <a:latin typeface="Calibri"/>
              </a:rPr>
              <a:t>Topology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39512"/>
            <a:ext cx="36576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Mask grows toward the connections that matter most, even though it is scored from int8 gradients — the open question.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80060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910328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1B3F8B"/>
                </a:solidFill>
                <a:latin typeface="Calibri"/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239512"/>
            <a:ext cx="36576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End-to-end demonstration on real hardware, not a simulation paper — latency, SRAM, and energy reported.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E2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E2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12.05.2026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Key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6576"/>
          </a:xfrm>
          <a:prstGeom prst="rect">
            <a:avLst/>
          </a:prstGeom>
          <a:solidFill>
            <a:srgbClr val="C9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1">
                <a:solidFill>
                  <a:srgbClr val="5C6975"/>
                </a:solidFill>
                <a:latin typeface="Calibri"/>
              </a:rPr>
              <a:t>The papers and toolchains this thesis builds 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1828800"/>
            <a:ext cx="91440" cy="77724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92024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Deutel et al.,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194560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On-Device Training of Fully Quantized DNNs on Cortex-M Microcontrollers — int8 forward + backward + update with dynamic partial-gradient SGD.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9748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97480"/>
            <a:ext cx="91440" cy="77724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8892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Evci et al.,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Rigging the Lottery: Making All Tickets Winners — sparse-from-scratch dynamic mask training (RigL) with magnitude-prune + gradient-grow.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91440" cy="77724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5760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Hoefler et al.,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31920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Sparsity in Deep Learning — taxonomy and background for the sparse-training literature; useful for situating RigL among alternatives.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43484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26279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Panayotov et al.,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00600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LibriSpeech: an ASR corpus based on public domain audio books — the dataset used here for closed-set speaker identification (dev-clean, 40 speakers).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0352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91440" cy="777240"/>
          </a:xfrm>
          <a:prstGeom prst="rect">
            <a:avLst/>
          </a:prstGeom>
          <a:solidFill>
            <a:srgbClr val="1B3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94959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ARM, 2018+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669280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CMSIS-NN — int8 neural-network kernels for Cortex-M; basis for the forward path on the F746ZG.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