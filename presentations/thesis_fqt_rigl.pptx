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E9A23B">
              <a:alpha val="25000"/>
            </a:srgbClr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meets RigL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Sparse-from-scratch int8 training on a Cortex-M7 microcontroller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3505200" cy="1371600"/>
          </a:xfrm>
          <a:prstGeom prst="rect">
            <a:avLst/>
          </a:prstGeom>
          <a:solidFill>
            <a:srgbClr val="1B2A5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350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350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· backward · update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3880" y="4206240"/>
            <a:ext cx="3505200" cy="1371600"/>
          </a:xfrm>
          <a:prstGeom prst="rect">
            <a:avLst/>
          </a:prstGeom>
          <a:solidFill>
            <a:srgbClr val="1B2A5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3880" y="4343400"/>
            <a:ext cx="350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73880" y="4983480"/>
            <a:ext cx="350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sparsity (RigL)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680" y="4206240"/>
            <a:ext cx="3505200" cy="1371600"/>
          </a:xfrm>
          <a:prstGeom prst="rect">
            <a:avLst/>
          </a:prstGeom>
          <a:solidFill>
            <a:srgbClr val="1B2A5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7680" y="4343400"/>
            <a:ext cx="350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07680" y="4983480"/>
            <a:ext cx="350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budget on Nucleo-F746ZG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 ·  LibriSpeech speaker identification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on-device training is hard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constraints that defeat naive approaches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(F746ZG): only 320 KB SRAM. A single FP32 activation tensor for a small CNN already exceeds half the budget. Backprop requires keeping forward activations until the backward pass — this is the dominant cost.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energy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GPU. ~216 MHz scalar FPU, no SIMD beyond DSP extensions. Training is FLOP-bound; FP32 backward is ~3× the cost of forward. Energy budget on a battery-powered edge device makes long training sessions infeasible.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937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transfer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 Flash. Weights for a useful model can saturate Flash before training even begins. Updating model weights also implies wear-leveling on Flash or staying resident in SRAM.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— Fully Quantized Training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 et al., 2024 — On-Device Training of Fully Quantized DNNs on Cortex-M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2199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48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int8.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backward, and weight-update arithmetic all execute in 8-bit integer — no FP16 fallback for gradients.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 scales.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tensor (weight, activation, gradient) carries a scalar fp scale s. Operations rescale to a common scale, then perform integer GEMM.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4223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69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partial gradient.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updating every weight every step, FQT updates a top-k subset chosen by gradient magnitude — cuts backward FLOPs sharply.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10235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029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gains.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35% memory and ≈ 49% latency vs. FP32 training on Cortex-M0+/M4/M7 baselines.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148840"/>
            <a:ext cx="4937760" cy="39319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24028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Symmetric per-tensor int8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 = clip(round(x / s), -127, 127)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x' = q · 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Quantized GEMM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Y_int32 = X_int8  ·  W_int8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Y_fp    = (s_x · s_w) · Y_int32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Y_int8  = round(Y_fp / s_y)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(custom int8 kernels)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dX_int8 = quant(dY · Wᵀ)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dW_int8 = quant(Xᵀ · dY)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 update (in-place int8)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 ← clip( W - quant(η · dW) 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— full 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Per-iteration steps with dynamic partial gradient updates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: minibatch (X, y), int8 weights {W_l}, scales {s_w_l, s_a_l, s_g_l},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learning rate η, top-k fraction κ, layers l = 1..L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: updated weights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 Quantize input batch:        X̂ ← Q(X, s_a_0)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 for l = 1..L            // Forward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     A_l ← Q( ϕ( DEQ(X̂_{l-1}) · DEQ(W_l) + b_l ), s_a_l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      cache(A_l)          // needed for backward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5.  ŷ ← softmax(A_L)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6.  L  ← CrossEntropy(ŷ, y);   dA_L ← Q( ∂L/∂A_L , s_g_L 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7.  for l = L..1            // Backward, all in int8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8.      dW_l ← Q( A_{l-1}ᵀ · dA_l ,  s_g_l )       // weight grad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9.      dA_{l-1} ← Q( dA_l · W_lᵀ ,  s_g_{l-1} )   // input grad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 for l = 1..L            // Dynamic partial gradient 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     I_l ← TopK( |dW_l| , k = κ · |W_l| )    // indices to 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      W_l[I_l] ← clip( W_l[I_l] - Q(η · dW_l[I_l]) , -127, 127 )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 Refresh activation scales s_a_l using running max (every N steps)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trick (line 11): the top-k by gradient magnitude makes the backward pass O(κ·|W|) writes instead of O(|W|), giving Deutel's headline ~49% latency win.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— Rigging the Lottery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 et al., 2020 — sparse-from-scratch dynamic mask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2199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48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from scratch.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pretraining. A binary mask M is initialized at target sparsity s and refined during training.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Prune-then-grow.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ΔT steps: drop a fraction f(t) of the smallest-magnitude active weights, then activate the same number of currently-masked weights with the largest gradient magnitudes.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4223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69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schedule.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f(t) = (α/2)·(1 + cos(π t / T_end)) — aggressive early, decays to zero so the topology stabilizes.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10235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029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tells you what to drop; the dense gradient tells you what would help if added. RigL matches dense accuracy at 80–90% sparsity on ImageNet.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update at step 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468880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12864" y="2468880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2468880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2468880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798064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12864" y="2798064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2048" y="2798064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1232" y="2798064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127248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12864" y="3127248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42048" y="3127248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3127248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3456432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12864" y="3456432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3456432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71232" y="3456432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2468880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8784" y="2468880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87968" y="2468880"/>
            <a:ext cx="292608" cy="292608"/>
          </a:xfrm>
          <a:prstGeom prst="rect">
            <a:avLst/>
          </a:prstGeom>
          <a:solidFill>
            <a:srgbClr val="B91C1C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17152" y="2468880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2798064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8784" y="2798064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87968" y="2798064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17152" y="2798064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0" y="3127248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58784" y="3127248"/>
            <a:ext cx="292608" cy="292608"/>
          </a:xfrm>
          <a:prstGeom prst="rect">
            <a:avLst/>
          </a:prstGeom>
          <a:solidFill>
            <a:srgbClr val="B91C1C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87968" y="3127248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17152" y="3127248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3456432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3456432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87968" y="3456432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17152" y="3456432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7552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M_{t+1}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875520" y="2468880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04704" y="2468880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33888" y="2468880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63072" y="2468880"/>
            <a:ext cx="292608" cy="292608"/>
          </a:xfrm>
          <a:prstGeom prst="rect">
            <a:avLst/>
          </a:prstGeom>
          <a:solidFill>
            <a:srgbClr val="E9A23B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75520" y="2798064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04704" y="2798064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33888" y="2798064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863072" y="2798064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75520" y="3127248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04704" y="3127248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33888" y="3127248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863072" y="3127248"/>
            <a:ext cx="292608" cy="292608"/>
          </a:xfrm>
          <a:prstGeom prst="rect">
            <a:avLst/>
          </a:prstGeom>
          <a:solidFill>
            <a:srgbClr val="E9A23B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75520" y="3456432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04704" y="3456432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533888" y="3456432"/>
            <a:ext cx="292608" cy="292608"/>
          </a:xfrm>
          <a:prstGeom prst="rect">
            <a:avLst/>
          </a:prstGeom>
          <a:solidFill>
            <a:srgbClr val="DCE3F0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63072" y="3456432"/>
            <a:ext cx="292608" cy="292608"/>
          </a:xfrm>
          <a:prstGeom prst="rect">
            <a:avLst/>
          </a:prstGeom>
          <a:solidFill>
            <a:srgbClr val="1C7293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4617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is preserved: |drop| = |grow|. Newly grown weights are initialized to 0.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37960" y="5120640"/>
            <a:ext cx="4937760" cy="100584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675120" y="5212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f(t) = (α/2) · (1 + cos(π t / T_end))    // drop fraction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mask every ΔT steps until t = T_end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T_end : freeze topology, finish training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— full 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Per-iteration training with periodic mask updates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: weights W, target sparsity s, drop-rate α, end step T_end,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mask-update interval ΔT, training loader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 Init mask M  with sparsity s  (Erdős–Rényi-Kernel per-layer dist.)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 W ← W ⊙ M                       // zero pruned slots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 for t = 1..T_train: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       sample minibatch (X, 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5.       W_eff ← W ⊙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6.       L ← Loss( f(X ; W_eff) , y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7.       g ← ∂L/∂W                   // dense gradient (full!)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8.       W ← W - η · (g ⊙ M)         // update only active weights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9.       if t mod ΔT == 0 and t &lt; T_end: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           f_t ← (α/2) · (1 + cos(π t / T_end))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           for each layer 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                k ← f_t · |active_l|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               I_drop ← TopK_smallest( |W_l[M_l=1]| , k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                I_grow ← TopK_largest ( |g_l[M_l=0]| , k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                M_l[I_drop] ← 0;   M_l[I_grow] ← 1;   W_l[I_grow] ← 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line 7: RigL needs the DENSE gradient at mask-update steps (to score inactive weights) — this is the expensive moment we must reconcile with FQT.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combine FQT and RigL?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technique fixes a different bottleneck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alone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7315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int8 the entire pipeline (forward, backward, update).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7315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862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partial-gradient gives a one-time ~49% latency cut.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85032"/>
            <a:ext cx="7315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753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trains every weight in the dense topology — model size is bounded by Flash, not by what is useful.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691640"/>
            <a:ext cx="320040" cy="3200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alone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37960" y="2258568"/>
            <a:ext cx="73152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80–90% fewer weights from scratch with little/no accuracy loss.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971800"/>
            <a:ext cx="73152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862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only in FP32; assumes a dense gradient is cheap to compute.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685032"/>
            <a:ext cx="73152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5753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dense backward at mask-update steps — a hard fit on 320 KB SRAM.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1064240" cy="1691640"/>
          </a:xfrm>
          <a:prstGeom prst="rect">
            <a:avLst/>
          </a:prstGeom>
          <a:solidFill>
            <a:srgbClr val="0F1B3D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754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int8 backward over a sparse, evolving mask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5212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shrinks each operation; RigL shrinks the operand. Together they target memory AND compute. The novel research question is whether the gradient signal that RigL needs to grow weights survives int8 quantization — i.e. whether |g|-rankings under FQT still pick useful connections.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algorithm — FQT + RigL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on the MCU at every iteration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107899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: int8 weights W, mask M (target sparsity s), scales {s_w, s_a, s_g},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η, drop-rate α, T_end, ΔT, top-k κ for FQT partial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for t = 1..T_train: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    X̂ ← Q(X, s_a_0)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    // ── Sparse-quantized forward ──────────────────────────────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     for l = 1..L:  A_l ← Q( ϕ( DEQ(A_{l-1}) · DEQ(W_l ⊙ M_l) ), s_a_l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5.     L_t ← CE(softmax(A_L), y);   dA_L ← Q(∂L/∂A_L, s_g_L)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6.     // ── Sparse-quantized backward 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7.     for l = L..1: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8.         dW_l ← Q( A_{l-1}ᵀ · dA_l ,  s_g_l )      // sparse-stored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9.         dA_{l-1} ← Q( dA_l · (W_l ⊙ M_l)ᵀ ,  s_g_{l-1} 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    // ── FQT dynamic partial weight update over active set 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    for l: I_l ← TopK_largest(|dW_l[M_l=1]|, κ·|active_l|)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            W_l[I_l] ← clip(W_l[I_l] - Q(η · dW_l[I_l]))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    // ── RigL mask update (every ΔT, t &lt; T_end) 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     if t mod ΔT == 0 and t &lt; T_end: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        compute g_dense_int8 (one-shot int8 backward, no mask)  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        f_t ← (α/2)(1 + cos(π t / T_end))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        I_drop ← TopK_smallest(|W_l[M_l=1]|, f_t·|active_l|)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        I_grow ← TopK_largest (|g_dense_int8[M_l=0]|, f_t·|active_l|)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        M_l[I_drop]=0;  M_l[I_grow]=1;  W_l[I_grow]=0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view — what lives where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 and per-tensor formats during one training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6809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(≤ 320 KB)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 (mfcc)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per-tensor s_a_0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2633472"/>
            <a:ext cx="320040" cy="0"/>
          </a:xfrm>
          <a:prstGeom prst="line">
            <a:avLst/>
          </a:prstGeom>
          <a:noFill/>
          <a:ln w="190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2194560"/>
            <a:ext cx="1463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s_a_1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633472"/>
            <a:ext cx="320040" cy="0"/>
          </a:xfrm>
          <a:prstGeom prst="line">
            <a:avLst/>
          </a:prstGeom>
          <a:noFill/>
          <a:ln w="190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26280" y="2194560"/>
            <a:ext cx="1463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s_a_2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2633472"/>
            <a:ext cx="320040" cy="0"/>
          </a:xfrm>
          <a:prstGeom prst="line">
            <a:avLst/>
          </a:prstGeom>
          <a:noFill/>
          <a:ln w="190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219456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 → softmax fp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448056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dA_0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892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s_g_0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4919472"/>
            <a:ext cx="320040" cy="0"/>
          </a:xfrm>
          <a:prstGeom prst="line">
            <a:avLst/>
          </a:prstGeom>
          <a:noFill/>
          <a:ln w="19050">
            <a:solidFill>
              <a:srgbClr val="E9A23B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2743200" y="4480560"/>
            <a:ext cx="1463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dA_1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892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s_g_1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4919472"/>
            <a:ext cx="320040" cy="0"/>
          </a:xfrm>
          <a:prstGeom prst="line">
            <a:avLst/>
          </a:prstGeom>
          <a:noFill/>
          <a:ln w="19050">
            <a:solidFill>
              <a:srgbClr val="E9A23B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4526280" y="4480560"/>
            <a:ext cx="1463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dA_2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4892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s_g_2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4919472"/>
            <a:ext cx="320040" cy="0"/>
          </a:xfrm>
          <a:prstGeom prst="line">
            <a:avLst/>
          </a:prstGeom>
          <a:noFill/>
          <a:ln w="19050">
            <a:solidFill>
              <a:srgbClr val="E9A23B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6309360" y="4480560"/>
            <a:ext cx="1691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572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∂L/∂logits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892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s_g_L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" y="5532120"/>
            <a:ext cx="7132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623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W_l ⊙ M_l   (stored sparse-CSR or bitmap)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5943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weights + 1-bit mask  ·  per-channel s_w_l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12480" y="1508760"/>
            <a:ext cx="3200400" cy="4937760"/>
          </a:xfrm>
          <a:prstGeom prst="rect">
            <a:avLst/>
          </a:prstGeom>
          <a:solidFill>
            <a:srgbClr val="FFFBF1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5953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(1 MB)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595360" y="2103120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weights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mask (RigL ER-K init)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 bank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enrollment data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weights are written back at end of training session (or held in SRAM if session is short).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 on the workstation before any C is written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2.x + torchaudio. Download LibriSpeech dev-clean. Pick a closed-set of 40 speakers.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5292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34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0815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filterbank or 13-MFCC, 25 ms / 10 ms, fixed 1 s window. Cache .npy tensors per-utterance.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68496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49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1970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QLinear / QConv2d with fake-quant + STE; per-tensor symmetric int8; running min/max for activation scales.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08406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084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65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mask manager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312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Mask object holding ER-K init, cosine-anneal drop fraction, ΔT update interval, prune-then-grow.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50876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16184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forward → quantized backward → FQT partial-update step → every ΔT call mask manager.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624328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85292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2734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Four-condition eval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30815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dense, FQT dense, FP32+RigL, FQT+RigL — same seed, same data splits. Log accuracy, weight memory, FLOPs.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739896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3968496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5160" y="3849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41970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weights_q8.c with int8 W, fp scales, packed 1-bit mask; emit a header with shapes + layer order.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data &amp; feature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1–2: LibriSpeech → 13-MFCC tensors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56692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torchaudio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torchaudio.datasets import LIBRISPEECH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 = LIBRISPEECH('./data', url='dev-clean', download=True)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 = 16000;  N_MFCC = 13;  WIN = 25e-3;  HOP = 10e-3;  CLIP = 1.0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mfcc = torchaudio.transforms.MFCC(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sample_rate=SR, n_mfcc=N_MFCC,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melkwargs=dict(n_fft=400, hop_length=160, n_mels=40))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extract(wave):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wave.size(1) &lt; SR: wave = F.pad(wave,(0, SR - wave.size(1)))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mfcc(wave[:, :SR])              # [1, 13, 101]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speakers = sorted({m[3] for m in DS})[:40] # closed 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id_of = {sp:i for i,sp in enumerate(speakers)}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766560" y="1508760"/>
            <a:ext cx="48463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9516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gives you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95160" y="219456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21031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Fixed-shape tensors (1, 13, 101): trivial to feed a small Conv2d.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95160" y="297180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8803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40-class closed-set: matches Deutel et al.'s benchmark size.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374904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3657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extracted features as .npy to avoid re-running torchaudio every epoch — each utterance costs ~10 KB on disk.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452628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4434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80 / 10 / 10 train / val / test split over utterances, stratified by speaker.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530352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5212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 + seed for all four conditions (FP32, FQT, RigL, combined) — non-negotiable for fair comparison.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quantized layer with 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 custom int8 Conv/Linear that PyTorch can autograd 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31520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70408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QuantSTE(torch.autograd.Function):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forward(ctx, x, scale):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 = (x / scale).round().clamp_(-127, 127)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q * 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backward(ctx, g):  return g, None      # straight-through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QLinear(nn.Module):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fi, fo):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 = nn.Parameter(torch.randn(fo, fi) * (1 / fi**0.5))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self.register_buffer('s_w', torch.tensor(0.05))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self.register_buffer('s_a', torch.tensor(0.05))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self.register_buffer('mask', torch.ones_like(self.W))   # RigL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update activation scale (EMA on running max)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torch.no_grad():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self.s_a.mul_(0.99).add_(0.01 * x.abs().max() / 127)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Wq = QuantSTE.apply(self.W * self.mask, self.s_w)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xq = QuantSTE.apply(x, self.s_a)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F.linear(xq, Wq)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1508760"/>
            <a:ext cx="34747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21040" y="219456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keeps the gradient path differentiable while the forward sees integer-valued tensors.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324612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is a Module buffer so RigL writes flow naturally with model.to(device).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429768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4206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scale is updated via EMA on the running max → matches Deutel's per-tensor calibration.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534924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5257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QConv2d is the same pattern: replace F.linear with F.conv2d and use per-output-channel s_w if you want extra fidelity.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RigL mask manager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prune-and-grow as a single class hooked into the optimizer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77240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7498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RigL: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model, sparsity=0.9, alpha=0.3,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t_end=10_000, dt=200):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self.model, self.alpha = model, alpha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self.t_end, self.dt = t_end, dt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self._erk_init(sparsity)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_erk_init(self, 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 in self.layers():                                # ER-K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density = (1 - s) * (L.W.numel() / max(L.W.shape))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keep = torch.rand_like(L.W) &lt; density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L.mask.copy_(keep.float())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with torch.no_grad(): L.W.mul_(L.mask)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step(self, t, dense_grads):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 &gt;= self.t_end or t % self.dt: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 = 0.5 * self.alpha * (1 + math.cos(math.pi * t / self.t_end))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L, g in zip(self.layers(), dense_grads):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 = int(f * L.mask.sum())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active   = L.mask.bool()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drop = torch.topk(-(L.W[active]).abs(), k).indices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grow = torch.topk((g[~active]).abs(), k).indices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self._apply(L, drop, grow, active)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595360" y="1508760"/>
            <a:ext cx="3017520" cy="4846320"/>
          </a:xfrm>
          <a:prstGeom prst="rect">
            <a:avLst/>
          </a:prstGeom>
          <a:solidFill>
            <a:srgbClr val="0F1B3D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325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32520" y="210312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iter, after backward, before optimizer.step(): zero out grads for masked weights.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ΔT iters, run an extra dense backward (no mask) and pass those gradients to RigL.step.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Re-zero W on freshly-grown indices so the optimizer state is clean.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training loop &amp; 4-condition eval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5–6: the experimental backbone of the thesis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31520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70408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rigl = RigL(model, sparsity=0.9) if USE_SPARSE else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 = torch.optim.SGD(model.parameters(), lr=1e-2, momentum=0.9)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t, (xb, yb) in enumerate(loader):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model(xb)                                # FQT forward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  = F.cross_entropy(logits, yb)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                                   # FQT backward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USE_FQT:                                       # partial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 in q_layers: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 = L.W.grad * L.mask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 = int(KAPPA * L.mask.sum())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top = torch.topk(g.abs().flatten(), k).indices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keep = torch.zeros_like(g).flatten()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keep[top]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L.W.grad.mul_(keep.view_as(g))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rigl: zero_pruned_grads(model)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opt.step();  opt.zero_grad()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rigl and t % rigl.dt ==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dense_grads(model, xb, yb) as g_dense: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rigl.step(t, g_dense)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1508760"/>
            <a:ext cx="34747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21040" y="2148840"/>
            <a:ext cx="3200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22402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23960" y="2194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dense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2396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Upper-bound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0" y="3108960"/>
            <a:ext cx="3200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32004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23960" y="3154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dense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3960" y="3566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cost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4069080"/>
            <a:ext cx="3200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41605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23960" y="4114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+ RigL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cost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5029200"/>
            <a:ext cx="3200400" cy="8686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51206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23960" y="5074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23960" y="5486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claim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implementation —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on the Nucleo-F746ZG after Python validates the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09928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36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STM32CubeIDE + ARM-GCC. Pull CMSIS-NN as a submodule for the int8 forward kernels we will reuse.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16936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127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weights_q8.c, scales.c, mask_bitmap.c from PyTorch → const arrays. Also a header with layer shapes and the order in which the runtime walks them.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23944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forward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334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 arm_convolve_s8, arm_fully_connected_s8 from CMSIS-NN. Wrap each with a mask-aware variant: zero-mask before MAC or use sparse-CSR layout.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57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backward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5412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Hand-write int8 GEMMs for dW = AᵀdY and dX = dY Wᵀ. CMSIS-NN does not provide these; this is the bulk of the C work.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709928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1536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partial update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1920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min-heap of size κ·|active| to find the top-k weights to update; writes are in place against the int8 W.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624328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916936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mask update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3127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bounded heaps (smallest |W| over active, largest |g| over inactive); flip mask bits, zero new W slots.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831336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4123944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5160" y="3950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4334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(W₀, M₀) in Flash; live A, dA, dW buffers double-buffered in SRAM with explicit per-layer reuse.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5038344"/>
            <a:ext cx="54864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5330952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5157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95160" y="55412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cycle counter for latency; on-board INA on Nucleo for energy; report against the host PyTorch baseline.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data structures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written to flash and how the runtime walks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6583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model_weights.h  — emitted by the Python exporter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L_NUM 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int8_t   *W;             // weights, masked-out slots already zero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*M;              // packed 1-bit mask, ceil(N/8) bytes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  s_w;            // weight 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  s_a_in;         // activation scale (input side)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  s_a_out;        // activation scale (output side)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uint16_t  fan_in;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uint16_t  fan_out;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 kind;           // 0=Conv  1=Linear  2=DepthwiseConv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layer_t;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const layer_t LAYERS[L_NUM];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int8_t  W0[ ... ];     // const, in flash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uint8_t M0[ ... ];     // const, in flash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runtime mirrors in SRAM, copied at boot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int8_t  W_ram[ TOTAL_W 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uint8_t M_ram[ TOTAL_M_BYTES 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int8_t  dW_ram[ TOTAL_W ];   // gradient buffer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int8_t  A_ram[2][ MAX_ACT ]; // double-buffered activations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80960" y="1508760"/>
            <a:ext cx="39319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decisions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packed bitmap. CSR is faster for inference but bitmap is far cheaper to update on a microcontroller.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s_w?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3474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Only worth it for Conv layers; Linear can stay per-tensor.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in flash or SRAM?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4526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Boot-time copy to SRAM so SGD writes don't wear out flash. Flash holds the immutable initialization.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5577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Double-buffered (A_ram[0] / A_ram[1]); A_{l-1} freed once dW_l is computed.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int8 kernels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reuses CMSIS-NN; backward is custom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76072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Mask-aware forward (Linear)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qfc_forward_masked(const layer_t *L,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const int8_t *x_in, int8_t *y_out)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o = 0; o &lt; L-&gt;fan_out; ++o)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int32_t acc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L-&gt;fan_in; ++i)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idx = o * L-&gt;fan_in + i;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(!bit_get(L-&gt;M, idx)) continue;       // sparse skip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acc += (int32_t)x_in[i] * (int32_t)L-&gt;W[idx];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   yf = acc * (L-&gt;s_w * L-&gt;s_a_in);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y_out[o] = sat_int8(roundf(yf / L-&gt;s_a_out));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508760"/>
            <a:ext cx="521208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00200"/>
            <a:ext cx="4937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Backward — dW and dX in int8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qfc_backward(const layer_t *L,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int8_t *x_in,    // forward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int8_t *dy,      // upstream grad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int8_t *dW_out, int8_t *dx_out)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float s_g = L-&gt;s_a_out;        // grad scale (proxy)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dW = xᵀ · dy   (mask applied)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o = 0; o &lt; L-&gt;fan_out; ++o)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L-&gt;fan_in;  ++i)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idx = o * L-&gt;fan_in + i;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(!bit_get(L-&gt;M, idx)) { dW_out[idx] = 0; continue;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int32_t a = (int32_t)x_in[i] * (int32_t)dy[o];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dW_out[idx] = sat_int8(roundf(a * L-&gt;s_a_in / L-&gt;s_w));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dx = dy · Wᵀ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L-&gt;fan_in; ++i) { /* analogous */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partial weight update &amp; mask update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top-k SGD and RigL prune-grow, both running on the MCU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76072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FQT partial update — bounded min-heap of size 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fqt_partial_update(layer_t *L, const int8_t *dW,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float eta, int 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heap_t H;  heap_init(&amp;H, k);          // min-heap by |dW|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L-&gt;fan_in * L-&gt;fan_out;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++i)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(!bit_get(L-&gt;M, i)) continue;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heap_push(&amp;H, i, abs8(dW[i]));    // O(log k) insert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H.size; ++j)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idx = H.idx[j];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int32_t step = (int32_t)roundf(eta * dW[idx]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* (L-&gt;s_w / L-&gt;s_a_in));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L-&gt;W[idx] = sat_int8((int32_t)L-&gt;W[idx] - step);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508760"/>
            <a:ext cx="5212080" cy="4846320"/>
          </a:xfrm>
          <a:prstGeom prst="rect">
            <a:avLst/>
          </a:prstGeom>
          <a:solidFill>
            <a:srgbClr val="EEF2F8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00200"/>
            <a:ext cx="4937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RigL mask update on the MCU (every ΔT)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rigl_update(layer_t *L, const int8_t *g_dense,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float drop_frac)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active = popcount_bits(L-&gt;M, BITS_OF(L));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k = (int)(drop_frac * active);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1) drop : k smallest |W| over 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heap_t Hd; heap_init(&amp;Hd, k);          // max-heap on |W|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N(L); ++i)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(bit_get(L-&gt;M, i)) heap_push_max(&amp;Hd, i, abs8(L-&gt;W[i]));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Hd.size; ++j) bit_clr(L-&gt;M, Hd.idx[j]);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2) grow : k largest |g_dense| over inactive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heap_t Hg; heap_init(&amp;Hg, k);          // min-heap on |g|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N(L); ++i)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(!bit_get(L-&gt;M, i)) heap_push_min(&amp;Hg, i, abs8(g_dense[i]));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Hg.size; ++j)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bit_set(L-&gt;M, Hg.idx[j]);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L-&gt;W[Hg.idx[j]] = 0;               // zero-init grown weight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memory budget &amp;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trainable model into 320 KB of SRAM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budget — 320 KB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298323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60470" y="2194560"/>
            <a:ext cx="1988820" cy="548640"/>
          </a:xfrm>
          <a:prstGeom prst="rect">
            <a:avLst/>
          </a:prstGeom>
          <a:solidFill>
            <a:srgbClr val="E9A2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49290" y="2194560"/>
            <a:ext cx="2651760" cy="548640"/>
          </a:xfrm>
          <a:prstGeom prst="rect">
            <a:avLst/>
          </a:prstGeom>
          <a:solidFill>
            <a:srgbClr val="1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01050" y="2194560"/>
            <a:ext cx="99441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95460" y="2194560"/>
            <a:ext cx="19888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26080"/>
            <a:ext cx="2286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(int8) + masks  (90 KB)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2926080"/>
            <a:ext cx="228600" cy="22860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gradient buf  (60 KB)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2926080"/>
            <a:ext cx="228600" cy="22860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(A0 / A1)  (80 KB)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2926080"/>
            <a:ext cx="228600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 + scratch  (30 KB)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738360" y="2926080"/>
            <a:ext cx="22860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0968" y="2898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+ system  (60 KB)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5440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steps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452628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header + initial weights to F746ZG via ST-Link.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89204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USB-VCP serial channel for batch streaming + log retrieval.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25780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166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cycle counter on STM32 → per-step latency (μs).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62356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external INA-219 on the 3.3 V rail.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5989320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897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validation: identical (input, RNG seed) on PC ↔ MCU should produce bit-exact int8 weights for first N steps.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886200"/>
            <a:ext cx="5440680" cy="2468880"/>
          </a:xfrm>
          <a:prstGeom prst="rect">
            <a:avLst/>
          </a:prstGeom>
          <a:solidFill>
            <a:srgbClr val="0F1B3D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to report in the thesis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5508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Speaker-ID accuracy —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each of the 4 conditions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latency —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training step on F746ZG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SRAM usage —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at backward / mask update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5532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epoch —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mJ, from INA-219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memory —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on disk (sparse-stored int8)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 ·  On-Device Training  ·  STM32 Nucleo-F746ZG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E9A23B">
              <a:alpha val="25000"/>
            </a:srgbClr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compresses every operation; RigL compresses the operand. Their intersection is the open question this thesis answers — and the implementation path runs from a PyTorch prototype directly to int8 sparse training on the F746ZG.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972800" cy="3657600"/>
          </a:xfrm>
          <a:prstGeom prst="rect">
            <a:avLst/>
          </a:prstGeom>
          <a:solidFill>
            <a:srgbClr val="1B2A5B"/>
          </a:solidFill>
          <a:ln w="9525">
            <a:solidFill>
              <a:srgbClr val="D9E2EE"/>
            </a:solidFill>
            <a:prstDash val="solid"/>
          </a:ln>
          <a:effectLst>
            <a:outerShdw sx="100000" sy="100000" kx="0" ky="0" algn="bl" rotWithShape="0" blurRad="101600" dist="25400" dir="8100000">
              <a:srgbClr val="0F1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22783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 et al. (2024)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of Fully Quantized DNNs on Cortex-M Microcontrollers — int8 forward+backward+update with dynamic partial gradients.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7647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657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 et al. (2020)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Rigging the Lottery: Making All Tickets Winners — sparse-from-scratch dynamic mask training (RigL).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32511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2062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Hoefler et al. (2021)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in Deep Learning — taxonomy and background for the sparse-training literature.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754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(Panayotov et al., 2015)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1000-hour read-speech corpus; closed-set speaker ID benchmark used 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422392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3035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CMSIS-NN (ARM, 2018+)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neural-network kernels for Cortex-M; basis for the forward path on the F746ZG.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 ·  MSc Thesis  ·  STM32 Nucleo-F746ZG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FQT + RigL for On-Device Training</dc:title>
  <dc:subject>PptxGenJS Presentation</dc:subject>
  <dc:creator>Mohamed</dc:creator>
  <cp:lastModifiedBy>Mohamed</cp:lastModifiedBy>
  <cp:revision>1</cp:revision>
  <dcterms:created xsi:type="dcterms:W3CDTF">2026-05-09T15:08:25Z</dcterms:created>
  <dcterms:modified xsi:type="dcterms:W3CDTF">2026-05-09T15:08:25Z</dcterms:modified>
</cp:coreProperties>
</file>