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Training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664208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Fully Quantized Training &amp; RigL Sparse Learning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Embedded Speaker 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22860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01752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Nucleo-F746ZG  (Cortex-M7, 320 KB SRAM)
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LibriSpeech — Closed-Set Speaker ID
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  ·  No Python  ·  No PyTorch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Thesis  ·  Mohamed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789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Statement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7922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Research: FQT, RigL, and Sparsity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78024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054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 &amp; Application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91256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18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Decision: Why Pure C?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04488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10789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Modules Built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764792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179222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Experiment: MNIST Validation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478024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478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50545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&amp; Roadmap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54880" y="3191256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191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32186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&amp; Contributions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— Why On-Device Training?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 No Cloud Dependency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Microcontrollers in remote or privacy-sensitive deployments cannot rely on constant network access to a cloud training server.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Privacy &amp; Security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biometric data must never leave the device. Local training eliminates data exfiltration risk entirely.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Adaptation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611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learn continuously on the device can adapt to new users, acoustic environments, and drifting sensor characteristics.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 Extreme Resource Constraints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36118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MCUs have 100–512 KB SRAM and run at 10–216 MHz. State-of-the-art training frameworks are 3–4 orders of magnitude too heavy.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Gap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Already Exists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Inference-only TinyML (TFLite Micro, CMSIS-NN)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Float32 on-device training (backprop on M4/M7)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Quantized Training — int8 forward + backward (Deutel et al., 2024)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Dynamic sparse training — RigL topology updates (Evci et al., 2020)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Sparsity survey &amp; theory (Hoefler et al., 2021)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05840"/>
            <a:ext cx="420624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Does NOT Exist 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FQT + RigL combined on a microcontroller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Sparse topology updates under int8 arithmetic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Memory-feasible gradient accumulation for RigL in &lt;320 KB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Pure-C, zero-dependency on-device training stack
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End-to-end audio → MFCC → train → infer on MCU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9144000" cy="219456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RigL-style dynamic sparse training be made to work under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quantized training (int8 forward + backward + gradient)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Cortex-M7 microcontroller, for speaker identification?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3931920"/>
            <a:ext cx="1554480" cy="41148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arithmetic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03120" y="3931920"/>
            <a:ext cx="1554480" cy="41148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topology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0" y="3931920"/>
            <a:ext cx="1554480" cy="41148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KB SRAM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0" y="3931920"/>
            <a:ext cx="1554480" cy="41148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OS / no malloc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0" y="3931920"/>
            <a:ext cx="1554480" cy="41148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3931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 accuracy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 1 — Fully Quantized Training (Deutel et al., 2024)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Deutel, Roth, Terwedow et al. — "On-Device Training of Fully Quantized DNNs on Cortex-M Microcontrollers" (2024)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int8 forward + backward pass with int32 accumulators. Dynamic partial gradient updates to cut memory.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423160"/>
            <a:ext cx="1097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514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Everything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8620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activations, gradients and optimizer state are all stored and computed in int8/int32. No float at runtime.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42316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423160"/>
            <a:ext cx="1097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25146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 Memory Win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01768" y="286207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float32 baseline on the same MCU. Achieved through quantization of the backward pass, not just inference.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49040"/>
            <a:ext cx="1097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840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~49% Latency Win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41879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MACs on Cortex-M DSP instructions replace float operations. Demonstrated on M0+, M4, and M7 targets.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74904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749040"/>
            <a:ext cx="109728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3840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Gradient Updates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01768" y="418795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subset of layers are updated per step to stay within SRAM budget — a key memory knob for the MCU regime.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 2 — RigL Dynamic Sparse Training (Evci et al., 2020)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Evci, Gale, Menick et al. — "Rigging the Lottery: Making All Tickets Winners" (NeurIPS 2020)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1920240" cy="123444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Sparse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42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+ backward through active connections only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04288" y="2578608"/>
            <a:ext cx="2011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2057400"/>
            <a:ext cx="1920240" cy="123444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Prune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542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smallest |w| connections at each update step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53128" y="2578608"/>
            <a:ext cx="2011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057400"/>
            <a:ext cx="1920240" cy="123444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Grow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542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weights with largest |∂L/∂w| — those wanting to grow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01968" y="2578608"/>
            <a:ext cx="201168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2057400"/>
            <a:ext cx="192024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2E4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2103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2542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evolves during training; final sparsity is fixed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935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Sparse-from-Scratch:  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508760" y="359359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dense pre-training needed. Sparsity is maintained throughout the entire run, keeping memory low.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52044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5935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Pruning:  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0" y="359359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magnitude-pruning post-hoc. Dynamic topology finds better sparse solutions.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3434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41655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Efficiency:  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508760" y="441655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connections only need storage. For high sparsity (80–95%), SRAM requirements drop proportionally.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434340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41655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Relevance:  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943600" y="441655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weight matrices mean fewer multiply-accumulate ops and smaller parameter buffers — ideal for our 320 KB budget.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 3 — Sparsity in Deep Learning (Hoefler et al., 2021)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Hoefler, Alistarh, Ben-Nun et al. — "Sparsity in Deep Learning: Pruning and Growth for Efficient Inference and Training" (JMLR 2021)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9476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Taxonomy of Sparsity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22860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unstructured, semi-structured, and structured sparsity. Unstructured gives best accuracy-at-sparsity but requires sparse math kernels.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87452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65192" y="19476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Lottery Ticket Revisited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5192" y="22860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survey of "winning tickets" — sparse subnetworks that can be trained from scratch to match dense accuracy.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29992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Growth Strategies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0352" y="33375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growth (as in RigL) is shown to dominate random or activation-based growth across tasks and architectures.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292608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29992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Training vs. Inference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65192" y="33375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during training and sparsity during inference have different hardware implications. Our work targets both simultaneously.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" y="405079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Memory Analysis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0352" y="4389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backward pass with sparse weights still requires full gradient buffer. FQT reduces this; our integration must address it explicitly.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397764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65192" y="405079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Practical Guidance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65192" y="43891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provides empirical rules: 80–90% sparsity is the regime where memory wins become significant with acceptable accuracy loss.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 — STM32 Nucleo-F746ZG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Hardware Specifications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1280160" cy="402336"/>
          </a:xfrm>
          <a:prstGeom prst="rect">
            <a:avLst/>
          </a:prstGeom>
          <a:solidFill>
            <a:srgbClr val="F4F7FF"/>
          </a:solidFill>
          <a:ln w="12700">
            <a:solidFill>
              <a:srgbClr val="E5E9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002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Core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19072" y="1600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Cortex-M7 @ 216 MHz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1280160" cy="402336"/>
          </a:xfrm>
          <a:prstGeom prst="rect">
            <a:avLst/>
          </a:prstGeom>
          <a:solidFill>
            <a:srgbClr val="F4F7FF"/>
          </a:solidFill>
          <a:ln w="12700">
            <a:solidFill>
              <a:srgbClr val="E5E9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6654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SRAM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719072" y="206654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KB (training budget)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32888"/>
            <a:ext cx="1280160" cy="402336"/>
          </a:xfrm>
          <a:prstGeom prst="rect">
            <a:avLst/>
          </a:prstGeom>
          <a:solidFill>
            <a:srgbClr val="F4F7FF"/>
          </a:solidFill>
          <a:ln w="12700">
            <a:solidFill>
              <a:srgbClr val="E5E9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3288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Flash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719072" y="25328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 (model + code storage)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1280160" cy="402336"/>
          </a:xfrm>
          <a:prstGeom prst="rect">
            <a:avLst/>
          </a:prstGeom>
          <a:solidFill>
            <a:srgbClr val="F4F7FF"/>
          </a:solidFill>
          <a:ln w="12700">
            <a:solidFill>
              <a:srgbClr val="E5E9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992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FPU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719072" y="299923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Double-precision FPU (not used in int8 path)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465576"/>
            <a:ext cx="1280160" cy="402336"/>
          </a:xfrm>
          <a:prstGeom prst="rect">
            <a:avLst/>
          </a:prstGeom>
          <a:solidFill>
            <a:srgbClr val="F4F7FF"/>
          </a:solidFill>
          <a:ln w="12700">
            <a:solidFill>
              <a:srgbClr val="E5E9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6557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DSP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19072" y="34655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 integer MAC instructions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1280160" cy="402336"/>
          </a:xfrm>
          <a:prstGeom prst="rect">
            <a:avLst/>
          </a:prstGeom>
          <a:solidFill>
            <a:srgbClr val="F4F7FF"/>
          </a:solidFill>
          <a:ln w="12700">
            <a:solidFill>
              <a:srgbClr val="E5E9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9319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Interface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719072" y="39319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/ USB / ETH for debug + data loading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4398264"/>
            <a:ext cx="1280160" cy="402336"/>
          </a:xfrm>
          <a:prstGeom prst="rect">
            <a:avLst/>
          </a:prstGeom>
          <a:solidFill>
            <a:srgbClr val="F4F7FF"/>
          </a:solidFill>
          <a:ln w="12700">
            <a:solidFill>
              <a:srgbClr val="E5E9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982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</a:rPr>
              <a:t>Same Family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719072" y="43982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Deutel et al. (2024) — direct comparison possible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005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Training Constraints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1600200"/>
            <a:ext cx="9144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1600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OS/malloc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1874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memory allocation only. All buffers declared at compile time.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276856"/>
            <a:ext cx="9144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2276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stdlib float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25511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log(), exp(), sqrt() in float are expensive. Must use fixed-point or int8 approximations.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2953512"/>
            <a:ext cx="9144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29535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9472" y="32278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 + gradients + weight buffers must coexist within 320 KB.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3630168"/>
            <a:ext cx="9144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36301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autograd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19472" y="39044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differentiation framework. Backward pass hand-coded per layer type.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4306824"/>
            <a:ext cx="9144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43068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19472" y="45811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host dependency. Weights loaded from Flash or UART in binary format.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Closed-Set Speaker Identification on LibriSpeech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1508760" cy="91440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 kHz WAV)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847088" y="1435608"/>
            <a:ext cx="1828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39112" y="1051560"/>
            <a:ext cx="1508760" cy="91440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39112" y="10515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Pre-emphasis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Framing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1435608"/>
            <a:ext cx="1828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58184" y="1051560"/>
            <a:ext cx="1508760" cy="91440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58184" y="10515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85232" y="1435608"/>
            <a:ext cx="1828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77256" y="1051560"/>
            <a:ext cx="150876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2E4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77256" y="10515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/ CNN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04304" y="1435608"/>
            <a:ext cx="1828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6328" y="1051560"/>
            <a:ext cx="1508760" cy="91440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96328" y="10515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(softmax)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2240280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240280"/>
            <a:ext cx="2788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240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 Details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" y="2743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LibriSpeech — clean read-speech corpus derived from LibriVox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" y="3154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dev-clean split: 40 speakers, ~5.4 hrs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" y="3566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train-clean-100 subset available for larger experiments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" y="3977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Sampled at 16 kHz; stored as 16-bit PCM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" y="4389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Labels: speaker identity integers (closed-set: seen speakers only)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64408" y="2240280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2240280"/>
            <a:ext cx="27889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4136" y="2240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Extraction (MFCC)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74136" y="2743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25 ms windows, 10 ms hop → ~100 frames/second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74136" y="3154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40-filter Mel filterbank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74136" y="3566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13–20 MFCCs + delta + delta-delta → 39 features/frame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74136" y="3977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computed in int16 fixed-point arithmetic on-device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74136" y="4389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external DSP library — hand-written in C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08776" y="2240280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08776" y="2240280"/>
            <a:ext cx="2788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2240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Architecture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18504" y="27432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Small MLP: MFCC vector → 64 → 32 → N_speakers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18504" y="31546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ReLU activations, softmax output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18504" y="35661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Sparse: 80–90% of weight connections inactive (RigL)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18504" y="3977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weights and activations quantized to int8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18504" y="438912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Fits within 320 KB SRAM at target sparsity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Decision — Pure C, No Python (May 19, 2026)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840480" cy="3886200"/>
          </a:xfrm>
          <a:prstGeom prst="rect">
            <a:avLst/>
          </a:prstGeom>
          <a:solidFill>
            <a:srgbClr val="243859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840480" cy="43891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Original Plan (Dropped)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prototype with PyTorch (M1–M7)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1854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Quantize &amp; export to C (M8–M9)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7980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Port to STM32 (M10–M11)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41071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Four-condition comparison table: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FP32 dense / FQT dense 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FP32 RigL / FQT+RigL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40233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Cross-platform PyTorch baseline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reference numbers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37760" y="1005840"/>
            <a:ext cx="3840480" cy="3886200"/>
          </a:xfrm>
          <a:prstGeom prst="rect">
            <a:avLst/>
          </a:prstGeom>
          <a:solidFill>
            <a:srgbClr val="1A3045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005840"/>
            <a:ext cx="384048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0058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New Plan (Current)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57276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Pure C from scratch — no external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at any stage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74920" y="218541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Hand-coded tensor engine,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autograd, layers, optimizer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74920" y="279806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int8 FQT + RigL all in C,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directly on F746ZG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341071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Deliverable: working end-to-end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int8 training run on-device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74920" y="40233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Report: accuracy + latency +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energy on real hardware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Choosing Pure C ensures every component is understood, verifiable, and deployable without any host dependency — a stronger research contribution for the MCU community.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Architecture — OnDeviceTraining (C / CMake)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API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060704"/>
            <a:ext cx="27432" cy="57607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005840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LinearApi  ReluApi  SoftmaxApi  SgdApi  TensorApi  TrainingLoopApi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68580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013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Layer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1856232"/>
            <a:ext cx="27432" cy="57607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801368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 Linear  Conv1d  Relu  Softmax  Optimizer  SGD  LossFunction  CrossEntropy  MSE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841248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96896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&amp; Arithmetic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2651760"/>
            <a:ext cx="27432" cy="57607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596896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 DTypes  Quantization  Matmul  Add  Sub  Mul  Div  Log  Sum  Rounding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841248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92424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I/O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3447288"/>
            <a:ext cx="27432" cy="57607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392424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  NPYLoader  CSVHelper  Serialize  Deserialize  RNG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187952"/>
            <a:ext cx="8412480" cy="685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879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Abstraction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51760" y="4242816"/>
            <a:ext cx="27432" cy="57607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4187952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CMakePresets (host-pc / stm32f746 targets)  •  devenv.nix pinned toolchain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5029200"/>
            <a:ext cx="8412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targets share identical source. The CMake preset selects arm-none-eabi-gcc + STM32 HAL for MCU or the host compiler for PC.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Tensor System &amp; Quantization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9144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064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tensor_t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99032"/>
            <a:ext cx="3822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structure. Holds a shape_t, a pointer to raw data (void*), and a quantization_t describing scale/zero-point.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28800"/>
            <a:ext cx="9144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83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shape_t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76272"/>
            <a:ext cx="3822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array + orderOfDimensions for axis tracking. Supports dynamic reshape via re-pointer (no copy).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06040"/>
            <a:ext cx="9144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60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953512"/>
            <a:ext cx="3822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covering FLOAT32, INT8, INT16, INT32. All arithmetic dispatches through dtype checks.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383280"/>
            <a:ext cx="9144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381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DataStorage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30752"/>
            <a:ext cx="3822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reserveMemory() / freeReservedMemory() — a static arena allocator. No heap malloc anywhere.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160520"/>
            <a:ext cx="9144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15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507992"/>
            <a:ext cx="3822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Per-tensor scale + zero-point in float32 (stored off-device or in Flash). int8 ↔ float32 conversion helpers.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051560"/>
            <a:ext cx="914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106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TensorConversion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1399032"/>
            <a:ext cx="3822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tensorToFloat(), tensorToInt8(), tensorToInt32() with proper rounding and clamping.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18288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828800"/>
            <a:ext cx="914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883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Matmul.c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2176272"/>
            <a:ext cx="3822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× int8 → int32 with accumulation. Core of the linear layer forward pass.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260604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606040"/>
            <a:ext cx="914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660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Rounding.c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2953512"/>
            <a:ext cx="3822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round_half_up(), stochastic rounding variants needed for FQT backward pass numerical stability.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38328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383280"/>
            <a:ext cx="914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4381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Distributions.c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46320" y="3730752"/>
            <a:ext cx="3822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XAVIER_UNIFORM, ZEROS initialization. Used at model construction; avoids needing rand() at test time.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63440" y="41605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4160520"/>
            <a:ext cx="9144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215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Arithmetic ops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46320" y="4507992"/>
            <a:ext cx="3822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Sub, Mul, Div, Log, Sum, MinMax, Square, Comparison — all dtype-aware, statically allocated.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Layer System &amp; Optimizer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24128"/>
            <a:ext cx="84124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155448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(Fully Connected)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src/layer/Linear.c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106984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Fwd: output = W·x + b (int8×int8→int32, requantize to int8)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0" y="1344168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Bwd: ∂L/∂W = δ·xᵀ,  ∂L/∂x = Wᵀ·δ  (all int8, gradients in int32 accumulator)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1618488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Stores weight, bias, weight_grad, bias_grad as parameter_t pairs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002536"/>
            <a:ext cx="84124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02536"/>
            <a:ext cx="155448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2514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src/layer/Relu.c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2048256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Fwd: max(0, x) — zero cost in int8 (compare to zero-point)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11680" y="2322576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Bwd: mask where x &gt; 0 applied to upstream delta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11680" y="2596896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Stateless — no parameters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80944"/>
            <a:ext cx="84124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80944"/>
            <a:ext cx="1554480" cy="886968"/>
          </a:xfrm>
          <a:prstGeom prst="rect">
            <a:avLst/>
          </a:prstGeom>
          <a:solidFill>
            <a:srgbClr val="2E4A8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34930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src/layer/Softmax.c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3026664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Fwd: exp(xᵢ)/Σexp(xⱼ) — uses Log.c for int8-safe approximation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11680" y="3300984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Bwd: Jacobian-vector product; combined with cross-entropy for numerical stability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11680" y="3575304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Output is float32 probability; kept in float only at the loss boundary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959352"/>
            <a:ext cx="841248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59352"/>
            <a:ext cx="1554480" cy="886968"/>
          </a:xfrm>
          <a:prstGeom prst="rect">
            <a:avLst/>
          </a:prstGeom>
          <a:solidFill>
            <a:srgbClr val="2E4A8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0142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/ Conv1dTransposed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1480" y="44714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src/layer/Conv1d.c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4005072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Fwd: 1-D convolution over temporal MFCC features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011680" y="4279392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Bwd: Gradient w.r.t. input and kernel computed via correlation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011680" y="4553712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Transposed variant for potential encoder-decoder future work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937760"/>
            <a:ext cx="8412480" cy="173736"/>
          </a:xfrm>
          <a:prstGeom prst="rect">
            <a:avLst/>
          </a:prstGeom>
          <a:solidFill>
            <a:srgbClr val="F4F7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4937760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Optimizer (src/optimizer/Sgd.c) — w ← w − lr·∂L/∂w  + momentum + weight decay. State: velocity buffer per parameter. Configurable for FLOAT32 or INT8 mode.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Training Loop &amp; Data Loading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24128"/>
            <a:ext cx="5120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512064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TrainingLoopApi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trainingRun()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379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entry point. Accepts model[], loss fn, train/eval dataloaders, optimizer, and epoch callback.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130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TrainingEpochDefault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8658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over all batches in an epoch. Calls training batch, accumulates loss, triggers eval.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679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TrainingBatchDefault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3522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 single mini-batch. Calls forward → loss → backward → optimizer step.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227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CalculateGradsSequential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838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backpropagation. Walks the layer array in reverse, accumulates gradient tensors.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776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inferenceWithLoss()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0325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pass: forward only, computes loss + accuracy + precision + recall + F1 per epoch.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325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epochCallback()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5811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User-supplied hook called after each epoch. In MNIST experiment: writes row to CSV log.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1024128"/>
            <a:ext cx="3108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1024128"/>
            <a:ext cx="310896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10241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Loading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06440" y="1581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DataLoaderApi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06440" y="18379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loader with configurable batch size, shuffle, and sample callback.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06440" y="2130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NPYLoader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23865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NumPy .npy binary format to load pre-computed features or datasets.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06440" y="26791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CSVHelper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06440" y="29352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training logs (epoch, loss, acc, P/R/F1) for post-hoc analysis.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0" y="3063240"/>
            <a:ext cx="31089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0" y="3063240"/>
            <a:ext cx="310896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30632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Model Serialization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06440" y="3547872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Serialize.c / Deserialize.c enable saving and loading model weights to binary buffers — essential for resuming training on-device or transferring weights via UART.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Experiment — MNIST on Host PC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24128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155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Validate the full training pipeline (forward, backward, SGD, loss, dataloader, CSV logging) end-to-end on a known benchmark before deploying to MCU. MNIST is the canonical first test: simple, well-understood, and fast to converge.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240280"/>
            <a:ext cx="25603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40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28×28 → flatten → 784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900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784 → 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36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838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 20 → 10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30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2245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Optimizer: SGD lr=0.001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4714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size: 32 | Epochs: 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718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Loss: Cross-Entropy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2240280"/>
            <a:ext cx="5669280" cy="2743200"/>
          </a:xfrm>
          <a:prstGeom prst="rect">
            <a:avLst/>
          </a:prstGeom>
          <a:solidFill>
            <a:srgbClr val="1A1A2E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08960" y="2240280"/>
            <a:ext cx="5669280" cy="384048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22402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MnistExperiment.c  — Training Entry Point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7432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trainingRun(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30175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model, MODEL_SIZE, CROSS_ENTROPY,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32918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trainDataloader, testDataloader,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3566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sgd,  // lr=0.001, no momentum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46120" y="3840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10,   // epochs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46120" y="4114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calculateGradsSequential,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46120" y="43891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inferenceWithLoss,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46120" y="46634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epochCallback  // → CSV log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49377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46120" y="52120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46120" y="54864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Logs: epoch, train_loss, eval_loss,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46120" y="57607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9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accuracy, precision, recall, f1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Integrating FQT + RigL — The Core Novelty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7899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thesis contribution. Both FQT (Deutel) and RigL (Evci) exist separately — combining them under MCU constraints is novel. The main integration challenges are listed below.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47548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929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Mask Representation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220370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requires tracking which weights are active. On MCU, storing a dense bitmask for each layer. For 90% sparsity on a 784×20 layer: only 1568 active weights → 196-byte mask.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87452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874520"/>
            <a:ext cx="47548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87452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67528" y="1929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Gradient for RigL Grow Step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67528" y="220370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RigL's grow step requires computing ∂L/∂w for all (including inactive) weights — not just the active ones. This is expensive: need a full dense gradient pass at topology-update steps. FQT must handle this in int8.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47548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8036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2935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of Sparse Weights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20954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Scale/zero-point must be computed over only the active weights at each step. Inactive weights are zeroed. Re-quantization after topology update must not disturb other active weights' scales.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88036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880360"/>
            <a:ext cx="47548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88036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67528" y="2935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Budget for Topology Update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67528" y="320954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grow step, a temporary dense gradient buffer is needed. For W=(784×20): 15,680 int32 values = 61 KB. Must fit within 320 KB alongside activations and model buffers.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886200"/>
            <a:ext cx="47548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88620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" y="3941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Update Frequency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2688" y="421538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updates topology every Δt steps. On MCU, Δt must be tuned: too frequent → extra compute; too rare → poor sparse topology found. Expected range: every 100–500 batch steps.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886200"/>
            <a:ext cx="4160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886200"/>
            <a:ext cx="47548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8620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67528" y="3941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 Through Sparse Linear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67528" y="421538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backward pass, only active connections contribute ∂L/∂W. ∂L/∂x still requires a full (dense) Wᵀδ product for correct gradient propagation. Must implement sparse-weight dense-backward efficiently.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Milestones — C1 through C11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33272"/>
            <a:ext cx="640080" cy="393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332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78992" y="1033272"/>
            <a:ext cx="502920" cy="3931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0332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C1–C3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64208" y="103327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Tensor, Arithmetic, Static Allocator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37760" y="103327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structures, all arithmetic ops, int8/float dtype support, arena allocator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90472"/>
            <a:ext cx="640080" cy="393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904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78992" y="1490472"/>
            <a:ext cx="502920" cy="3931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4904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64208" y="149047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System (Linear, ReLU, Softmax, Conv1d)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149047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+ backward for all basic layers. Parameter management via parameter_t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1947672"/>
            <a:ext cx="640080" cy="393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947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78992" y="1947672"/>
            <a:ext cx="502920" cy="3931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19476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64208" y="194767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Optimizer + Training Loop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0" y="194767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loop with batch/epoch management, loss, eval metrics, CSV logging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404872"/>
            <a:ext cx="640080" cy="393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048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78992" y="2404872"/>
            <a:ext cx="502920" cy="3931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24048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64208" y="240487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Loading: NPY + DataLoader API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37760" y="240487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.npy datasets, generic dataloader with batching and shuffle support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862072"/>
            <a:ext cx="640080" cy="393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620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78992" y="2862072"/>
            <a:ext cx="502920" cy="3931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28620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64208" y="286207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Validation Experiment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37760" y="286207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dense float32 training on MNIST. Baseline confirmed working.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319272"/>
            <a:ext cx="640080" cy="393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3192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78992" y="3319272"/>
            <a:ext cx="502920" cy="3931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33192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664208" y="331927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Layer + FQT Backward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937760" y="331927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QuantizationLayer.c exists. Next: wire int8 backward pass with proper rounding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776472"/>
            <a:ext cx="640080" cy="3931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7764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78992" y="3776472"/>
            <a:ext cx="502920" cy="3931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8992" y="37764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664208" y="377647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Mask + RigL Prune/Grow Step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937760" y="377647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Bitmask-based sparse representation, magnitude prune, gradient-grow topology update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233672"/>
            <a:ext cx="640080" cy="3931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2336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78992" y="4233672"/>
            <a:ext cx="502920" cy="3931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8992" y="42336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664208" y="423367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+ RigL Combined Training on Host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937760" y="423367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sparse int8 training on PC host, validate accuracy vs dense float32 baseline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4690872"/>
            <a:ext cx="640080" cy="3931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690872"/>
            <a:ext cx="640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78992" y="4690872"/>
            <a:ext cx="502920" cy="3931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8992" y="46908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664208" y="4690872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&amp; Profile on STM32 Nucleo-F746ZG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937760" y="4690872"/>
            <a:ext cx="3840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to board, measure latency, peak RAM, energy per epoch. Final thesis results.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&amp; Evaluation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60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 75% on dev-clean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7007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Closed-set ID on 40 speakers. Baseline dense float32 will set the upper bound; FQT+RigL should stay within 5–8 pp.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41605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SRAM Usage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0328" y="1444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256 KB training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17007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KB total; leave headroom for stack and HAL. Sparsity at 80% should cut activation + gradient buffer proportionally.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359152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59152"/>
            <a:ext cx="4160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59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Latency per Epoch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2798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30 seconds / epoch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0540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based on Deutel et al. int8 speedups. Sparse matmul further reduces MACs per step.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359152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59152"/>
            <a:ext cx="41605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3591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per Epoch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0328" y="27980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Measured via INA219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0328" y="30540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hardware will be instrumented. Lower energy demonstrates viability for battery-powered edge devices.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712464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12464"/>
            <a:ext cx="4160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7124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Convergence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4151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Stable after ≤ 50 updates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" y="4407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masks should stabilize; measure Jaccard similarity of mask across consecutive update steps.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712464"/>
            <a:ext cx="41605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37124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0328" y="4151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 64 KB weights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0328" y="44074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90% sparsity + int8, a 784×20×10 model stores only ~1.6 KB of active weights — well within Flash budget.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78992"/>
            <a:ext cx="8412480" cy="841248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594360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1133856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combined FQT + RigL implementation on MCU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463040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demonstrates dynamic sparse training under fully quantized int8 arithmetic on a Cortex-M microcontroller. This is the primary novel contribution.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48256"/>
            <a:ext cx="8412480" cy="841248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48256"/>
            <a:ext cx="594360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48256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21031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Pure-C, zero-dependency on-device training stack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78992" y="243230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OnDeviceTraining framework (tensor engine, layers, optimizer, data loader) is written entirely in C with no Python, no PyTorch, no OS — portable to any embedded target.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8412480" cy="841248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17520"/>
            <a:ext cx="594360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017520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8992" y="307238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analysis of FQT + RigL under MCU constraints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40156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Characterizes how peak SRAM usage scales with sparsity level, layer sizes, and topology update frequency. Practical design rules for future MCU training work.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86784"/>
            <a:ext cx="8412480" cy="841248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86784"/>
            <a:ext cx="594360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986784"/>
            <a:ext cx="594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40416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audio → speaker ID training on hardware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4370832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extraction, network training, and inference all running on the F746ZG without host assistance. Demonstrates the feasibility of biometric personalization on resource-constrained devices.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4A8F"/>
          </a:solidFill>
          <a:ln w="12700">
            <a:solidFill>
              <a:srgbClr val="2E4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13632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FQT: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Deutel et al., 2024 — On-Device Training of Fully Quantized DNNs on Cortex-M
</a:t>
            </a:r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RigL: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Evci et al., NeurIPS 2020 — Rigging the Lottery
</a:t>
            </a:r>
            <a:pPr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Hoefler et al., JMLR 2021 — Sparsity in Deep Learning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On-Device Training: FQT + RigL for Embedded Speaker Identification</dc:title>
  <dc:subject>PptxGenJS Presentation</dc:subject>
  <dc:creator>PptxGenJS</dc:creator>
  <cp:lastModifiedBy>PptxGenJS</cp:lastModifiedBy>
  <cp:revision>1</cp:revision>
  <dcterms:created xsi:type="dcterms:W3CDTF">2026-05-30T10:36:22Z</dcterms:created>
  <dcterms:modified xsi:type="dcterms:W3CDTF">2026-05-30T10:36:22Z</dcterms:modified>
</cp:coreProperties>
</file>