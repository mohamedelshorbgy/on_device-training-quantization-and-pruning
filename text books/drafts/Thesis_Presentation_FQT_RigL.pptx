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8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565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B9AAA">
              <a:alpha val="20000"/>
            </a:srgbClr>
          </a:solidFill>
          <a:ln w="12700">
            <a:solidFill>
              <a:srgbClr val="1B9AA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743200" cy="2743200"/>
          </a:xfrm>
          <a:prstGeom prst="ellipse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Training for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Recognition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RigL Sparse Training to an FQT C Framework  |  Human Activity Recognition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7772400" cy="274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 |  Based on: Deutel et al. (2024) &amp; Evci et al. (2020)  |  STM32 Nucleo-F746ZG  |  UCI HAR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005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Cortex-M7 @ 216 MHz  |  320 KB RAM  |  1 MB Flash  |  6-Class Activity Recognition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Thesis Is About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560320" cy="201168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612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GOAL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human activities (walking, sitting, standing...) from wrist/waist sensor data — train ON the MCU to adapt to a new user without any server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91840" y="1051560"/>
            <a:ext cx="2560320" cy="2011680"/>
          </a:xfrm>
          <a:prstGeom prst="rect">
            <a:avLst/>
          </a:prstGeom>
          <a:solidFill>
            <a:srgbClr val="1B9AA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1612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536192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FQT: 8-bit quantized training to save RAM</a:t>
            </a:r>
            <a:endParaRPr lang="en-US" sz="1250" dirty="0"/>
          </a:p>
          <a:p>
            <a:pPr marL="0" indent="0" algn="ctr">
              <a:buNone/>
            </a:pP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RigL: Sparse network training to reduce model size — both fit in 320 KB!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051560"/>
            <a:ext cx="2560320" cy="2011680"/>
          </a:xfrm>
          <a:prstGeom prst="rect">
            <a:avLst/>
          </a:prstGeom>
          <a:solidFill>
            <a:srgbClr val="F4A2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1612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536192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Nucleo-F746ZG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Cortex-M7 @ 216 MHz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KB RAM, 1 MB Flash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UCI HAR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Foundation Papers: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4114800" cy="82296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3931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1: Deutel et al. (2024)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Training of Fully Quantized DNNs on Cortex-M MCUs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611880"/>
            <a:ext cx="4114800" cy="822960"/>
          </a:xfrm>
          <a:prstGeom prst="rect">
            <a:avLst/>
          </a:prstGeom>
          <a:solidFill>
            <a:srgbClr val="CCFBF1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63931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2: Evci et al. (2020)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RigL: Rigging the Lottery — Making All Tickets Winners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Training with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Quantized Training (FQT)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3456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Deutel, Hannig, Mutschler &amp; Teich  —  arXiv:2407.10734  —  August 2024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38862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DNNs deployed on MCUs use quantized 8-bit weights for inference — but training is always done in float32 on GPU servers. Can we train IN PLACE on the MCU without any conversion?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Train ON the Device?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must adapt to a new user's movement patterns AFTER deployment — without sending sensor data to a server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69080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64592" cy="16459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984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Privacy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movement data reveals biometric identity. On-device training means raw sensor data never leaves the wearable — no server ever receives your motion patterns.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069080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88720"/>
            <a:ext cx="164592" cy="1645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2984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are often used in areas with no connectivity. On-device adaptation works completely offline — essential for field-deployed health or industrial sensors.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069080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71800"/>
            <a:ext cx="164592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81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Energy Savings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MCUs consume 0.01–0.15 W. GPU training: 300 W. On-device training is orders of magnitude more efficient — enabling battery-powered operation.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4069080" cy="1645920"/>
          </a:xfrm>
          <a:prstGeom prst="rect">
            <a:avLst/>
          </a:prstGeom>
          <a:solidFill>
            <a:srgbClr val="F7FAFC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71800"/>
            <a:ext cx="164592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081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On-Device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4747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adapts to a specific user's gait and movement style on the fly — personalization without reprogramming or sending data to a cloud server.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Core Equations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neural network layer has three equations — two for learning, one for inference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685800" cy="102412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685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88136" y="1170432"/>
            <a:ext cx="7726680" cy="102412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1234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 (Inference — same during training)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07008" y="149047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Yₙ = Wₙ · Xₙ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26280" y="126187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output of layer n. Wₙ = weight matrix, Xₙ = input tensor, Yₙ = output. Runs identically during inference AND training — but Xₙ must be STORED during training for Eq. 2.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404872"/>
            <a:ext cx="685800" cy="10241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04872"/>
            <a:ext cx="685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88136" y="2404872"/>
            <a:ext cx="7726680" cy="102412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2468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PROPAGATION  (Backward pass)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07008" y="272491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Eₙ₋₁ = WₙᵀEₙ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6280" y="249631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the error signal backward through the network. Eₙ = error at layer n, Wₙᵀ = transposed weights. 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639312"/>
            <a:ext cx="685800" cy="10241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39312"/>
            <a:ext cx="685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88136" y="3639312"/>
            <a:ext cx="7726680" cy="102412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3703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GRADIENT  [Eq. 2]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07008" y="395935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∇Wₙ = Eₙ · Xₙᵀ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26280" y="373075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gradient for each weight. Eₙ = error signal, Xₙᵀ = transposed input stored during forward pass. This is why activations cannot be discarded during the forward pass!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Challenge: Memory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requires 4–10× more RAM than inference — the MCU simply doesn't have that much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475488" cy="7498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77824" y="1170432"/>
            <a:ext cx="7936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216152"/>
            <a:ext cx="7717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</a:t>
            </a:r>
            <a:r>
              <a:rPr lang="en-US" sz="1300" b="1" dirty="0" smtClean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Tensors </a:t>
            </a: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Be Discarded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17904"/>
            <a:ext cx="7717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inference: each layer output is used immediately then thrown away to free RAM. During training: every layer output must be KEPT in memory until the backward pass needs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475488" cy="7498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848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77824" y="2084832"/>
            <a:ext cx="7936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130552"/>
            <a:ext cx="7717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Minibatches Add a Batch Dimension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32304"/>
            <a:ext cx="7717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processes B samples at once. This adds a new dimension to all tensors: e.g., [1×28×28] becomes [48×28×28] for batch size 48, multiplying RAM use 48×.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99232"/>
            <a:ext cx="475488" cy="7498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992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77824" y="2999232"/>
            <a:ext cx="7936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044952"/>
            <a:ext cx="7717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Must Be in RAM, Not Flash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346704"/>
            <a:ext cx="7717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</a:t>
            </a:r>
            <a:r>
              <a:rPr lang="en-US" sz="115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read-only. Trainable weights that </a:t>
            </a:r>
            <a:r>
              <a:rPr lang="en-US" sz="115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dynamically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at runtime must be in </a:t>
            </a:r>
            <a:r>
              <a:rPr lang="en-US" sz="115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913632"/>
            <a:ext cx="475488" cy="7498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13632"/>
            <a:ext cx="475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77824" y="3913632"/>
            <a:ext cx="7936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959352"/>
            <a:ext cx="7717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 ≈ 2× Forward Pass Cost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261104"/>
            <a:ext cx="7717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trainable layer, backpropagation must compute two additional matrix multiplications: one for the error signal, one for the weight gradient.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Use 8-bit quantization throughout (FQT) to cut all tensor sizes by 4× + skip low-importance gradients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 1: Quantization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numerical precision to save memory and accelerate computation on integer hardware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3840480" cy="14173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704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float32: weight = 0.38247631  (4 bytes)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uint8: weight = 97  (1 byte)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lose some decimal precision, but save 75% memory. MCUs execute integer operations 4x faster than float!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115568"/>
            <a:ext cx="420624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Quantization Formula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361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vq</a:t>
            </a:r>
            <a:r>
              <a:rPr lang="en-US" sz="20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 </a:t>
            </a:r>
            <a:r>
              <a:rPr lang="en-US" sz="20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vf / s ) + z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09160" y="199339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 = original float value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scale: stretch factor from the tensor min/max range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zero point: integer offset so zero maps to zero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Impact at Scale: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163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  (32 bits)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057400" y="3218688"/>
            <a:ext cx="50292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31821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params = 2.0 MB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69417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int16     (16 bits)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057400" y="3749040"/>
            <a:ext cx="26517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371246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params = 1.0 MB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2245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       (8 bits)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057400" y="4279392"/>
            <a:ext cx="1279113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424281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params = 0.5 MB  &lt;- FQT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FQT: Fully Quantized Error Propagation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4 — Quantized version of Eq. 1. </a:t>
            </a:r>
            <a:r>
              <a:rPr lang="en-US" sz="125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all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integers with scale and zero-point adjustments.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1521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1  (Standard float32):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0" y="11521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E_(n-1)  =  WₙT  ·  Eₙ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Fully Quantized Version  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84124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084832"/>
            <a:ext cx="685800" cy="9144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84832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" y="21396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e(n-1</a:t>
            </a: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 </a:t>
            </a: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r>
              <a:rPr lang="en-US" sz="1500" b="1" dirty="0" err="1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sW_n</a:t>
            </a: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</a:t>
            </a:r>
            <a:r>
              <a:rPr lang="en-US" sz="1500" b="1" dirty="0" err="1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se_n</a:t>
            </a: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</a:t>
            </a: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sen-1)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241401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× (</a:t>
            </a:r>
            <a:r>
              <a:rPr lang="en-US" sz="1500" b="1" dirty="0" err="1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W_n</a:t>
            </a: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 </a:t>
            </a:r>
            <a:r>
              <a:rPr lang="en-US" sz="1500" b="1" dirty="0" err="1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zW_n</a:t>
            </a: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</a:t>
            </a: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</a:t>
            </a: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 </a:t>
            </a:r>
            <a:r>
              <a:rPr lang="en-US" sz="1500" b="1" dirty="0" err="1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r>
              <a:rPr lang="en-US" sz="1500" b="1" dirty="0" err="1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500" b="1" dirty="0" err="1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_n</a:t>
            </a: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  </a:t>
            </a: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</a:t>
            </a:r>
            <a:r>
              <a:rPr lang="en-US" sz="1500" b="1" dirty="0" err="1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r>
              <a:rPr lang="en-US" sz="1500" b="1" dirty="0" err="1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500" b="1" dirty="0" smtClean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_(</a:t>
            </a:r>
            <a:r>
              <a:rPr lang="en-US" sz="15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n-1)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26517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s^W = weight scale  |  s^E = error scale  |  z = zero-point offset  |  W^q, E^q = quantized integer matrices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17852" y="3072384"/>
            <a:ext cx="4069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05544" y="31467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3 — Gradient: No Requantization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55012" y="3414969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quantized version of Eq. 2 (∇W = E·Xᵀ) looks identical to Eq. 2. The paper OMITS requantization — gradient passes directly to SGD (Eq. 5) as-is, without being re-encoded as uint8.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FQT: Quantized SGD Weight Update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equations that update quantized weights after each minibatch — adapted from standard </a:t>
            </a:r>
            <a:r>
              <a:rPr lang="en-US" sz="13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SGD. Only one </a:t>
            </a:r>
            <a:r>
              <a:rPr lang="en-US" sz="13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mini_batch</a:t>
            </a:r>
            <a:r>
              <a:rPr lang="en-US" sz="13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need to be stored in RAM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Basic Quantized Weight Update  [Eq. 5]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536192"/>
            <a:ext cx="64008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3619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w_(i+1) = (</a:t>
            </a:r>
            <a:r>
              <a:rPr lang="en-US" sz="1400" b="1" dirty="0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1/</a:t>
            </a:r>
            <a:r>
              <a:rPr lang="en-US" sz="1400" b="1" dirty="0" err="1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</a:t>
            </a:r>
            <a:r>
              <a:rPr lang="en-US" sz="1400" b="1" dirty="0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_(</a:t>
            </a: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i+1)) * [ (w_i - </a:t>
            </a:r>
            <a:r>
              <a:rPr lang="en-US" sz="1400" b="1" dirty="0" err="1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zw_i</a:t>
            </a: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</a:t>
            </a:r>
            <a:r>
              <a:rPr lang="en-US" sz="1400" b="1" dirty="0" err="1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sw_i</a:t>
            </a:r>
            <a:r>
              <a:rPr lang="en-US" sz="1400" b="1" dirty="0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 l * grad_w_i ]  +  </a:t>
            </a:r>
            <a:r>
              <a:rPr lang="en-US" sz="1400" b="1" dirty="0" err="1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zw</a:t>
            </a:r>
            <a:r>
              <a:rPr lang="en-US" sz="1400" b="1" dirty="0" smtClean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_(</a:t>
            </a: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i+1)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learning rate  |  s = scale  |  z = zero point  |  grad_w = gradient  |  subscript i = current step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Dynamic Scale &amp; Zero-Point  [Eq. 6, 7]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9443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s_(i+1) = (f_max - f_min) / 255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z_(i+1) = floor( -f_min / s_(i+1) 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the quantization range dynamically as weights </a:t>
            </a:r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514600"/>
            <a:ext cx="4114800" cy="1408176"/>
          </a:xfrm>
          <a:prstGeom prst="rect">
            <a:avLst/>
          </a:prstGeom>
          <a:solidFill>
            <a:srgbClr val="FFFFFF"/>
          </a:solidFill>
          <a:ln w="254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Standardized Gradient Update  [Eq. 8]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00600" y="294436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gradient with running </a:t>
            </a:r>
            <a:r>
              <a:rPr lang="en-US" sz="1200" dirty="0" smtClean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mean(0) </a:t>
            </a:r>
            <a:r>
              <a:rPr lang="en-US" sz="12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1200" dirty="0" err="1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</a:t>
            </a:r>
            <a:r>
              <a:rPr lang="en-US" sz="12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r>
              <a:rPr lang="en-US" sz="1200" dirty="0" smtClean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(1): </a:t>
            </a:r>
            <a:r>
              <a:rPr lang="en-US" sz="12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mu, sigma. Prevents 8-bit overflow. Critical for stable quantized training!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93192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Like a teacher normalizing exam scores before deciding grade adjustments — prevents different scales from causing wildly different update magnitudes. This keeps all 8-bit weights updating consistently across all channels.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Dynamic Training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RigL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3456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Evci, Gale, Menick, Castro &amp; Elsen — ICML 2020  |  github.com/google-research/rigl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38587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Most methods that yield sparse networks require training a full dense model first. Can we train sparse from scratch and STILL beat dense-to-sparse results?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Sparse Neural Networks?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weights in a trained neural </a:t>
            </a:r>
            <a:r>
              <a:rPr lang="en-US" sz="13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safely be set to zero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93392"/>
            <a:ext cx="406908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93392"/>
            <a:ext cx="164592" cy="1371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848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Model Size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90% sparse model stores only 10% of the original weights -&gt; 10x smaller. A model that doesn't fit on an STM32 might fit after sparsification.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993392"/>
            <a:ext cx="406908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993392"/>
            <a:ext cx="164592" cy="13716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0848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Inference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468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by zero can be skipped entirely. Sparse formats enable real speedups on hardware with sparse acceleration.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3502152"/>
            <a:ext cx="4069080" cy="1371600"/>
          </a:xfrm>
          <a:prstGeom prst="rect">
            <a:avLst/>
          </a:prstGeom>
          <a:solidFill>
            <a:srgbClr val="F7FAFC"/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502152"/>
            <a:ext cx="164592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593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Larger Models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3977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sparse model 10x larger than the largest trainable dense model on your hardware — without needing a dense version first.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Lottery Tickets to RigL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theoretical motivation and why existing approaches fall short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Lottery Ticket Hypothesis (2019)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every large dense network there exists a tiny 'winning ticket' subnetwork — a sparse network with the right initial weights — that could have been trained to the same accuracy from scratch.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You only find the ticket AFTER training the dense network!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Dense-to-Sparse Pruning (Classic Approach)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55448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Train full dense model (300-400 GPU-hours for ResNet)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Prune weights below a threshold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Fine-tune the pruned network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Wasteful — computes zero-valued weights for 90% of training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Max sparse model = max dense model you can train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99232"/>
            <a:ext cx="8412480" cy="1965960"/>
          </a:xfrm>
          <a:prstGeom prst="rect">
            <a:avLst/>
          </a:prstGeom>
          <a:solidFill>
            <a:srgbClr val="0B254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063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RigL's Breakthrough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SPARSE network (e.g., 90% zeros)  -&gt;  Train with fixed parameter count  -&gt;  Every T steps: DROP small weights + GROW high-gradient zeros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995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dense model ever needed. Memory and FLOPs are proportional to SPARSITY throughout. Achieves higher accuracy than pruning at the same compute budget!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Algorithm: The 5 Key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pseudocode walkthrough — from initialization to convergence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731520" cy="6583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33856" y="1143000"/>
            <a:ext cx="7662672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sparsify the network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34440" y="1472184"/>
            <a:ext cx="7452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dense network. Randomly zero out weights until target sparsity S (e.g., 90%). Gives a sparse but untrained starting point.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73152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33856" y="1920240"/>
            <a:ext cx="7662672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1947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training steps (repeat T times)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34440" y="2249424"/>
            <a:ext cx="7452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standard minibatch SGD on the sparse network. Only non-zero weights receive updates. Most computation skipped for zero weights.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7315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9748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33856" y="2697480"/>
            <a:ext cx="7662672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2724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weak connections (every T steps)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34440" y="3026664"/>
            <a:ext cx="7452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k active connections with SMALLEST absolute weight value: I_drop = ArgTopK(-|theta_l|, k). Set them to zero.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731520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7472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33856" y="3474720"/>
            <a:ext cx="7662672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3502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</a:t>
            </a:r>
            <a:r>
              <a:rPr lang="en-US" sz="1250" b="1" dirty="0" smtClean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</a:t>
            </a: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34440" y="3803904"/>
            <a:ext cx="7452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gradients for ALL zero weights. Find the k zeros with LARGEST gradient magnitude: I_grow = ArgTopK(|grad L|, k). Initialize new to ZERO.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731520" cy="65836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5196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33856" y="4251960"/>
            <a:ext cx="7662672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mask updates at iteration T_end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34440" y="4581144"/>
            <a:ext cx="7452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T_end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iterations,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sparse mask. Final training refines weight values only. Slight delay improves accuracy.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Distribution: Erdős-Rényi-Kernel (ERK)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method for CNNs — allocates higher sparsity to large layers, lower sparsity to small ones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841248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15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 Sparsity Formula: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sˡ  ∝  (nˡ⁻¹ + nˡ + wˡ + hˡ)  /  (nˡ⁻¹ × nˡ × wˡ × hˡ)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2029968"/>
            <a:ext cx="8412480" cy="329184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66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nˡ⁻¹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20665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channels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15000" y="20665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Conv1: 9  (raw sensor channels)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84124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140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4140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channels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715000" y="24140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Conv1: 16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24912"/>
            <a:ext cx="8412480" cy="329184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614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2761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width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715000" y="27614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Conv1: 7  (filter size)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072384"/>
            <a:ext cx="84124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108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3108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height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715000" y="31089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Conv1: 1  (1D conv → height = 1)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419856"/>
            <a:ext cx="8412480" cy="329184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nˡ⁻¹×nˡ×wˡ×hˡ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68880" y="3456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possible weights (denominator)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715000" y="3456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Conv1: 9×16×7×1 = 1,008  — grows fast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767328"/>
            <a:ext cx="84124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8039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nˡ⁻¹+nˡ+wˡ+hˡ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68880" y="3803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dimensions (numerator)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715000" y="3803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Conv1: 9+16+7+1 = 33  — grows slowly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Update Schedule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parameters control when to update, how often, how aggressively, and how that aggression decays over time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15568"/>
            <a:ext cx="749808" cy="10058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188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Interval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148132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normal SGD steps between each DROP+GROW topology </a:t>
            </a:r>
            <a:r>
              <a:rPr lang="en-US" sz="105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15568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115568"/>
            <a:ext cx="749808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15568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96128" y="1188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Updating 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96128" y="148132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iteration at which topology updates permanently </a:t>
            </a:r>
            <a:r>
              <a:rPr lang="en-US" sz="105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stop. </a:t>
            </a: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T_end the sparse mask is frozen — only weight values continue to update.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31720"/>
            <a:ext cx="749808" cy="1005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07008" y="24048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Fraction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07008" y="2697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fraction of active connections to replace at each update. k = α × (1−sˡ) × Nˡ connections dropped and grown. e.g. α=0.3 → replace 30% of active connections.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331720"/>
            <a:ext cx="749808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331720"/>
            <a:ext cx="7498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f_decay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96128" y="24048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Function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96128" y="26974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every T steps. Returns the current fraction αₜ. Decays α from its initial value down to zero by T_end. RigL uses cosine annealing.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456432"/>
            <a:ext cx="8412480" cy="896112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456432"/>
            <a:ext cx="1188720" cy="8961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456432"/>
            <a:ext cx="1188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f_decay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(cosine)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27632" y="354787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αₜ  =  α/2  ×  (1  +  cos(π × t / T_end))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627632" y="392277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 → αₜ=α (maximum)     t=T_end/2 → αₜ=α/2     t=T_end → αₜ=0 (mask freezes)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RigL: DROP — Removing Weak Connections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 steps — remove the k connections with smallest absolute weight value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804672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I_drop  =  ArgTopK( −|θˡ| ,  k 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60934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k = </a:t>
            </a:r>
            <a:r>
              <a:rPr lang="en-US" sz="1300" dirty="0" smtClean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</a:t>
            </a:r>
            <a:r>
              <a:rPr lang="en-US" sz="13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αₜ × (1−sˡ) × Nˡ 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8412480" cy="34747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476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I_drop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9476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connection INDICES to remove — mask set from 1→0 at these positions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8412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13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ArgTopK(v, k)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23134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k positions in vector v with the LARGEST values — indices, not values themselves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8412480" cy="34747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79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26791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of all currently ACTIVE (non-zero) weight values in layer 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8412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44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|θˡ|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30449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values of weights — removes the sign, keeping only how large each weight is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364992"/>
            <a:ext cx="8412480" cy="34747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107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−|θˡ|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34107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NEGATED magnitudes — trick to make smallest magnitudes become the largest values, so ArgTopK finds the WEAKEST connections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730752"/>
            <a:ext cx="8412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76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0" y="377647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connections to drop = </a:t>
            </a:r>
            <a:r>
              <a:rPr lang="en-US" sz="1150" dirty="0" smtClean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(α</a:t>
            </a: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ₜ × active_count). Equal to the number that will be grown — keeps total fixed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4133088"/>
            <a:ext cx="8412480" cy="749808"/>
          </a:xfrm>
          <a:prstGeom prst="rect">
            <a:avLst/>
          </a:prstGeom>
          <a:solidFill>
            <a:srgbClr val="FFF7ED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788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weight magnitude?  |w| ≈ importance.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42569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 near zero (0.001) multiplied by any input produces a near-zero output — functionally invisible to the network. Removing it causes almost no loss increase. Large weights (0.85) strongly affect output — never drop those. Magnitude requires no extra forward/backward pass.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RigL: GROW — Activating Promising Connections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novelty of RigL — grow connections guided by gradient magnitude, not randomly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804672"/>
          </a:xfrm>
          <a:prstGeom prst="rect">
            <a:avLst/>
          </a:prstGeom>
          <a:solidFill>
            <a:srgbClr val="CCFBF1"/>
          </a:solidFill>
          <a:ln w="19050">
            <a:solidFill>
              <a:srgbClr val="1B9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I_grow  =  ArgTopK( |∇_Θˡ Lₜ| ,  k 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60934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is over zero-weight positions only  (Θˡ \ I_drop)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8412480" cy="34747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391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I_grow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20391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 of connection INDICES to activate — mask set from 0→1 at these positions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359152"/>
            <a:ext cx="8412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04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|∇_Θˡ Lₜ|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40487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gradient magnitude at each position in layer l at iteration t — including ZERO-WEIGHT positions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724912"/>
            <a:ext cx="8412480" cy="347472"/>
          </a:xfrm>
          <a:prstGeom prst="rect">
            <a:avLst/>
          </a:prstGeom>
          <a:solidFill>
            <a:srgbClr val="F7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706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Θˡ \ I_drop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77063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space: all zero-weight positions EXCEPT those just dropped (don't immediately re-add what you just removed)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090672"/>
            <a:ext cx="8412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363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313639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equal to the number just dropped — parameter count stays perfectly fixed after both steps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4069080" cy="960120"/>
          </a:xfrm>
          <a:prstGeom prst="rect">
            <a:avLst/>
          </a:prstGeom>
          <a:solidFill>
            <a:srgbClr val="CCFBF1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661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gradient of ZERO weights?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84048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 weight contributes nothing to the output — but its gradient tells you: 'if this connection existed, how much would the loss decrease?' Large |∇| at a zero = this connection is urgently needed right now.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520440"/>
            <a:ext cx="406908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5661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connections initialized to ZERO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84048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weight=0 means output unchanged at the moment of activation. No sudden loss spike. The new connection immediately starts receiving SGD gradient updates from the very next training step.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507992"/>
            <a:ext cx="841248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453542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SET (random growth): RigL's only difference from SET is this GROW step. Random activation = blind guessing. Gradient-guided = using the loss landscape to pick exactly the connections the network currently needs most. This single change accounts for most of RigL's accuracy gain.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FQT + RigL for HAR on STM32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two methods complement each other — your thesis adds RigL to the existing FQT C framework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3657600" cy="2743200"/>
          </a:xfrm>
          <a:prstGeom prst="rect">
            <a:avLst/>
          </a:prstGeom>
          <a:solidFill>
            <a:srgbClr val="0D2A44"/>
          </a:solidFill>
          <a:ln w="25400">
            <a:solidFill>
              <a:srgbClr val="1B9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1887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(Deutel et al.)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integer weights &amp; activations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inference &amp; training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4086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quantization parameters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8833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gradient SGD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38328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Solves the MEMORY problem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908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5200" dirty="0"/>
          </a:p>
        </p:txBody>
      </p:sp>
      <p:sp>
        <p:nvSpPr>
          <p:cNvPr id="13" name="Shape 11"/>
          <p:cNvSpPr/>
          <p:nvPr/>
        </p:nvSpPr>
        <p:spPr>
          <a:xfrm>
            <a:off x="5120640" y="1115568"/>
            <a:ext cx="3657600" cy="2743200"/>
          </a:xfrm>
          <a:prstGeom prst="rect">
            <a:avLst/>
          </a:prstGeom>
          <a:solidFill>
            <a:srgbClr val="0D2A44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11887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(Evci et al.)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57800" y="164592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topology from the start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57800" y="1993392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Gradient-guided connection growth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7800" y="2340864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 sparsity distribution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688336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dense model ever needed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3035808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parameter count throughout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3383280"/>
            <a:ext cx="3383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Solves the MODEL SIZE problem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Sequence: Step-by-Step Technical Guide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4416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11880" y="118872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188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170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Model 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4996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 from C code: 3× Conv1d blocks + Linear head. ~10,214 params. Target: &gt;90% HAR accuracy before adding sparsity. Verify architecture matches existing C framework.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11556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34416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18872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188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49240" y="11704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HAR Sensor Data 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14996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.npy files (train_x: [N,9,128], train_y: [N]). Normalize per-channel to [-1,1]. Build DataLoader with batch=64. Verify: 6 classes balanced across 10,299 total samples.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07568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30428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11880" y="214884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2130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Dense Float32 Baseline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24597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for 30-50 epochs, Adam optimizer, LR=1e-3, batch=64. Target: &gt;85% accuracy on dev set. This is your ceiling for all future experiments.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07568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230428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46720" y="214884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49240" y="2130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RigL Sparse Training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49240" y="245973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SGD with RigL: every T=100 steps, drop k bottom-magnitude, grow k top-gradient zeros. Use ERK distribution at 80% target sparsity. Validate: &gt;83% accuracy.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03580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26440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11880" y="310896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11880" y="3108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0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Quantize + FQT Backward Pass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34198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scale/zero-point per tensor. Convert to uint8. Implement Eq.1-8 (quantized backprop + standardized SGD). Test FQT accuracy on desktop simulation.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03580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92040" y="326440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046720" y="310896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0" y="31089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49240" y="3090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</a:t>
            </a:r>
            <a:r>
              <a:rPr lang="en-US" sz="1200" b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r>
              <a:rPr lang="en-US" sz="1200" b="1" smtClean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rp20350a with </a:t>
            </a: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CMSIS-NN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49240" y="341985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tensors to C arrays (xxd -i model.bin). Use arm_convolve_HWC_q7() for conv, arm_fully_connected_q7() for FC. Use DWT cycle counter to profile latency.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99592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422452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11880" y="406908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11880" y="4069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14400" y="40507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Transfer Learning Experiments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14400" y="437997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last 2 layers to random. On-device training: 10-20 epochs, 48 samples/batch (sequential). Measure per-sample latency (ms), RAM peak (KB), accuracy after each epoch.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00600" y="3995928"/>
            <a:ext cx="4160520" cy="8869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892040" y="4224528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204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046720" y="4069080"/>
            <a:ext cx="822960" cy="2286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46720" y="4069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349240" y="40507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&amp; Analysis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349240" y="437997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float32 vs FQT vs FQT+RigL. Plot accuracy vs RAM vs latency. Check convergence curves. Ablation: how much does each component contribute independently?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2956</Words>
  <Application>Microsoft Office PowerPoint</Application>
  <PresentationFormat>On-screen Show (16:9)</PresentationFormat>
  <Paragraphs>299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Thesis: FQT + RigL for On-Device Activity Recognition</dc:title>
  <dc:subject>PptxGenJS Presentation</dc:subject>
  <dc:creator>PptxGenJS</dc:creator>
  <cp:lastModifiedBy>Mohamed Atef</cp:lastModifiedBy>
  <cp:revision>19</cp:revision>
  <dcterms:created xsi:type="dcterms:W3CDTF">2026-06-17T15:51:31Z</dcterms:created>
  <dcterms:modified xsi:type="dcterms:W3CDTF">2026-06-18T09:21:19Z</dcterms:modified>
</cp:coreProperties>
</file>